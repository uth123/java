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9050000" cy="19050000"/>
  <p:notesSz cx="6858000" cy="9144000"/>
  <p:embeddedFontLst>
    <p:embeddedFont>
      <p:font typeface="Arimo Bold" panose="020B0604020202020204" charset="0"/>
      <p:regular r:id="rId15"/>
    </p:embeddedFont>
    <p:embeddedFont>
      <p:font typeface="Yeseva One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35" d="100"/>
          <a:sy n="35" d="100"/>
        </p:scale>
        <p:origin x="1384" y="1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400229" y="1392823"/>
            <a:ext cx="15240000" cy="15240000"/>
          </a:xfrm>
          <a:custGeom>
            <a:avLst/>
            <a:gdLst/>
            <a:ahLst/>
            <a:cxnLst/>
            <a:rect l="l" t="t" r="r" b="b"/>
            <a:pathLst>
              <a:path w="15240000" h="15240000">
                <a:moveTo>
                  <a:pt x="0" y="0"/>
                </a:moveTo>
                <a:lnTo>
                  <a:pt x="15240000" y="0"/>
                </a:lnTo>
                <a:lnTo>
                  <a:pt x="15240000" y="15240000"/>
                </a:lnTo>
                <a:lnTo>
                  <a:pt x="0" y="1524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2910451" y="5374258"/>
            <a:ext cx="6614549" cy="95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113"/>
              </a:lnSpc>
            </a:pPr>
            <a:r>
              <a:rPr lang="en-US" sz="71993" b="1" spc="-1943" dirty="0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FF914D">
                        <a:alpha val="100000"/>
                      </a:srgbClr>
                    </a:gs>
                  </a:gsLst>
                  <a:lin ang="0"/>
                </a:gradFill>
                <a:latin typeface="Arimo Bold"/>
                <a:ea typeface="Arimo Bold"/>
                <a:cs typeface="Arimo Bold"/>
                <a:sym typeface="Arimo Bold"/>
              </a:rPr>
              <a:t>A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530451" y="5374258"/>
            <a:ext cx="6614549" cy="95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113"/>
              </a:lnSpc>
            </a:pPr>
            <a:r>
              <a:rPr lang="en-US" sz="71993" b="1" spc="-1943" dirty="0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5CE1E6">
                        <a:alpha val="100000"/>
                      </a:srgbClr>
                    </a:gs>
                  </a:gsLst>
                  <a:lin ang="0"/>
                </a:gradFill>
                <a:latin typeface="Arimo Bold"/>
                <a:ea typeface="Arimo Bold"/>
                <a:cs typeface="Arimo Bold"/>
                <a:sym typeface="Arimo Bold"/>
              </a:rPr>
              <a:t>S</a:t>
            </a:r>
          </a:p>
        </p:txBody>
      </p:sp>
      <p:sp>
        <p:nvSpPr>
          <p:cNvPr id="5" name="Freeform 5"/>
          <p:cNvSpPr/>
          <p:nvPr/>
        </p:nvSpPr>
        <p:spPr>
          <a:xfrm>
            <a:off x="10405566" y="5636113"/>
            <a:ext cx="3648047" cy="3648047"/>
          </a:xfrm>
          <a:custGeom>
            <a:avLst/>
            <a:gdLst/>
            <a:ahLst/>
            <a:cxnLst/>
            <a:rect l="l" t="t" r="r" b="b"/>
            <a:pathLst>
              <a:path w="3648047" h="3648047">
                <a:moveTo>
                  <a:pt x="0" y="0"/>
                </a:moveTo>
                <a:lnTo>
                  <a:pt x="3648048" y="0"/>
                </a:lnTo>
                <a:lnTo>
                  <a:pt x="3648048" y="3648047"/>
                </a:lnTo>
                <a:lnTo>
                  <a:pt x="0" y="36480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8424459" y="7768644"/>
            <a:ext cx="3988399" cy="3988399"/>
          </a:xfrm>
          <a:custGeom>
            <a:avLst/>
            <a:gdLst/>
            <a:ahLst/>
            <a:cxnLst/>
            <a:rect l="l" t="t" r="r" b="b"/>
            <a:pathLst>
              <a:path w="3988399" h="3988399">
                <a:moveTo>
                  <a:pt x="0" y="0"/>
                </a:moveTo>
                <a:lnTo>
                  <a:pt x="3988400" y="0"/>
                </a:lnTo>
                <a:lnTo>
                  <a:pt x="3988400" y="3988400"/>
                </a:lnTo>
                <a:lnTo>
                  <a:pt x="0" y="3988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7147728" y="6562954"/>
            <a:ext cx="2751733" cy="2751733"/>
          </a:xfrm>
          <a:custGeom>
            <a:avLst/>
            <a:gdLst/>
            <a:ahLst/>
            <a:cxnLst/>
            <a:rect l="l" t="t" r="r" b="b"/>
            <a:pathLst>
              <a:path w="2751733" h="2751733">
                <a:moveTo>
                  <a:pt x="0" y="0"/>
                </a:moveTo>
                <a:lnTo>
                  <a:pt x="2751733" y="0"/>
                </a:lnTo>
                <a:lnTo>
                  <a:pt x="2751733" y="2751733"/>
                </a:lnTo>
                <a:lnTo>
                  <a:pt x="0" y="27517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7101171" y="3343294"/>
            <a:ext cx="6838134" cy="8339187"/>
          </a:xfrm>
          <a:custGeom>
            <a:avLst/>
            <a:gdLst/>
            <a:ahLst/>
            <a:cxnLst/>
            <a:rect l="l" t="t" r="r" b="b"/>
            <a:pathLst>
              <a:path w="6838134" h="8339187">
                <a:moveTo>
                  <a:pt x="0" y="0"/>
                </a:moveTo>
                <a:lnTo>
                  <a:pt x="6838134" y="0"/>
                </a:lnTo>
                <a:lnTo>
                  <a:pt x="6838134" y="8339187"/>
                </a:lnTo>
                <a:lnTo>
                  <a:pt x="0" y="83391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9" name="Freeform 9"/>
          <p:cNvSpPr/>
          <p:nvPr/>
        </p:nvSpPr>
        <p:spPr>
          <a:xfrm>
            <a:off x="2545656" y="5354032"/>
            <a:ext cx="3308502" cy="3312643"/>
          </a:xfrm>
          <a:custGeom>
            <a:avLst/>
            <a:gdLst/>
            <a:ahLst/>
            <a:cxnLst/>
            <a:rect l="l" t="t" r="r" b="b"/>
            <a:pathLst>
              <a:path w="3308502" h="3312643">
                <a:moveTo>
                  <a:pt x="0" y="0"/>
                </a:moveTo>
                <a:lnTo>
                  <a:pt x="3308502" y="0"/>
                </a:lnTo>
                <a:lnTo>
                  <a:pt x="3308502" y="3312644"/>
                </a:lnTo>
                <a:lnTo>
                  <a:pt x="0" y="331264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3550551" y="3922480"/>
            <a:ext cx="2617842" cy="2621118"/>
          </a:xfrm>
          <a:custGeom>
            <a:avLst/>
            <a:gdLst/>
            <a:ahLst/>
            <a:cxnLst/>
            <a:rect l="l" t="t" r="r" b="b"/>
            <a:pathLst>
              <a:path w="2617842" h="2621118">
                <a:moveTo>
                  <a:pt x="0" y="0"/>
                </a:moveTo>
                <a:lnTo>
                  <a:pt x="2617842" y="0"/>
                </a:lnTo>
                <a:lnTo>
                  <a:pt x="2617842" y="2621118"/>
                </a:lnTo>
                <a:lnTo>
                  <a:pt x="0" y="262111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5189058" y="2788666"/>
            <a:ext cx="1958670" cy="1961122"/>
          </a:xfrm>
          <a:custGeom>
            <a:avLst/>
            <a:gdLst/>
            <a:ahLst/>
            <a:cxnLst/>
            <a:rect l="l" t="t" r="r" b="b"/>
            <a:pathLst>
              <a:path w="1958670" h="1961122">
                <a:moveTo>
                  <a:pt x="0" y="0"/>
                </a:moveTo>
                <a:lnTo>
                  <a:pt x="1958670" y="0"/>
                </a:lnTo>
                <a:lnTo>
                  <a:pt x="1958670" y="1961122"/>
                </a:lnTo>
                <a:lnTo>
                  <a:pt x="0" y="196112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12555045" y="1021380"/>
            <a:ext cx="15290590" cy="15290590"/>
          </a:xfrm>
          <a:custGeom>
            <a:avLst/>
            <a:gdLst/>
            <a:ahLst/>
            <a:cxnLst/>
            <a:rect l="l" t="t" r="r" b="b"/>
            <a:pathLst>
              <a:path w="15290590" h="15290590">
                <a:moveTo>
                  <a:pt x="0" y="0"/>
                </a:moveTo>
                <a:lnTo>
                  <a:pt x="15290590" y="0"/>
                </a:lnTo>
                <a:lnTo>
                  <a:pt x="15290590" y="15290590"/>
                </a:lnTo>
                <a:lnTo>
                  <a:pt x="0" y="1529059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3" name="Freeform 13"/>
          <p:cNvSpPr/>
          <p:nvPr/>
        </p:nvSpPr>
        <p:spPr>
          <a:xfrm>
            <a:off x="4126463" y="8059017"/>
            <a:ext cx="16913193" cy="16913193"/>
          </a:xfrm>
          <a:custGeom>
            <a:avLst/>
            <a:gdLst/>
            <a:ahLst/>
            <a:cxnLst/>
            <a:rect l="l" t="t" r="r" b="b"/>
            <a:pathLst>
              <a:path w="16913193" h="16913193">
                <a:moveTo>
                  <a:pt x="0" y="0"/>
                </a:moveTo>
                <a:lnTo>
                  <a:pt x="16913193" y="0"/>
                </a:lnTo>
                <a:lnTo>
                  <a:pt x="16913193" y="16913194"/>
                </a:lnTo>
                <a:lnTo>
                  <a:pt x="0" y="1691319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14" name="Group 14"/>
          <p:cNvGrpSpPr/>
          <p:nvPr/>
        </p:nvGrpSpPr>
        <p:grpSpPr>
          <a:xfrm>
            <a:off x="690529" y="13666587"/>
            <a:ext cx="17668943" cy="2259772"/>
            <a:chOff x="0" y="0"/>
            <a:chExt cx="2512916" cy="32139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512916" cy="321390"/>
            </a:xfrm>
            <a:custGeom>
              <a:avLst/>
              <a:gdLst/>
              <a:ahLst/>
              <a:cxnLst/>
              <a:rect l="l" t="t" r="r" b="b"/>
              <a:pathLst>
                <a:path w="2512916" h="321390">
                  <a:moveTo>
                    <a:pt x="0" y="0"/>
                  </a:moveTo>
                  <a:lnTo>
                    <a:pt x="2512916" y="0"/>
                  </a:lnTo>
                  <a:lnTo>
                    <a:pt x="2512916" y="321390"/>
                  </a:lnTo>
                  <a:lnTo>
                    <a:pt x="0" y="32139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66675"/>
              <a:ext cx="2512916" cy="3880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04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>
            <a:off x="690529" y="13666587"/>
            <a:ext cx="17668943" cy="2259772"/>
          </a:xfrm>
          <a:custGeom>
            <a:avLst/>
            <a:gdLst/>
            <a:ahLst/>
            <a:cxnLst/>
            <a:rect l="l" t="t" r="r" b="b"/>
            <a:pathLst>
              <a:path w="17668943" h="2259772">
                <a:moveTo>
                  <a:pt x="0" y="0"/>
                </a:moveTo>
                <a:lnTo>
                  <a:pt x="17668942" y="0"/>
                </a:lnTo>
                <a:lnTo>
                  <a:pt x="17668942" y="2259772"/>
                </a:lnTo>
                <a:lnTo>
                  <a:pt x="0" y="225977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t="-178824" b="-167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TextBox 18"/>
          <p:cNvSpPr txBox="1"/>
          <p:nvPr/>
        </p:nvSpPr>
        <p:spPr>
          <a:xfrm>
            <a:off x="11044718" y="13939223"/>
            <a:ext cx="6936879" cy="1543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599"/>
              </a:lnSpc>
              <a:spcBef>
                <a:spcPct val="0"/>
              </a:spcBef>
            </a:pPr>
            <a:r>
              <a:rPr lang="en-US" sz="9000" spc="279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5CE1E6">
                        <a:alpha val="100000"/>
                      </a:srgbClr>
                    </a:gs>
                  </a:gsLst>
                  <a:lin ang="0"/>
                </a:gradFill>
                <a:latin typeface="Yeseva One"/>
                <a:ea typeface="Yeseva One"/>
                <a:cs typeface="Yeseva One"/>
                <a:sym typeface="Yeseva One"/>
              </a:rPr>
              <a:t>SIGNATURE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20610" y="13939223"/>
            <a:ext cx="10224108" cy="1543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599"/>
              </a:lnSpc>
              <a:spcBef>
                <a:spcPct val="0"/>
              </a:spcBef>
            </a:pPr>
            <a:r>
              <a:rPr lang="en-US" sz="9000" spc="279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FF914D">
                        <a:alpha val="100000"/>
                      </a:srgbClr>
                    </a:gs>
                  </a:gsLst>
                  <a:lin ang="0"/>
                </a:gradFill>
                <a:latin typeface="Yeseva One"/>
                <a:ea typeface="Yeseva One"/>
                <a:cs typeface="Yeseva One"/>
                <a:sym typeface="Yeseva One"/>
              </a:rPr>
              <a:t>AMARASINGHE</a:t>
            </a:r>
            <a:r>
              <a:rPr lang="en-US" sz="9000" spc="279">
                <a:gradFill>
                  <a:gsLst>
                    <a:gs pos="0">
                      <a:srgbClr val="B77480">
                        <a:alpha val="100000"/>
                      </a:srgbClr>
                    </a:gs>
                    <a:gs pos="25000">
                      <a:srgbClr val="FEAAA0">
                        <a:alpha val="100000"/>
                      </a:srgbClr>
                    </a:gs>
                    <a:gs pos="50000">
                      <a:srgbClr val="B77480">
                        <a:alpha val="100000"/>
                      </a:srgbClr>
                    </a:gs>
                    <a:gs pos="75000">
                      <a:srgbClr val="F7E8C9">
                        <a:alpha val="100000"/>
                      </a:srgbClr>
                    </a:gs>
                    <a:gs pos="100000">
                      <a:srgbClr val="B77480">
                        <a:alpha val="100000"/>
                      </a:srgbClr>
                    </a:gs>
                  </a:gsLst>
                  <a:lin ang="16200000"/>
                </a:gradFill>
                <a:latin typeface="Yeseva One"/>
                <a:ea typeface="Yeseva One"/>
                <a:cs typeface="Yeseva One"/>
                <a:sym typeface="Yeseva One"/>
              </a:rPr>
              <a:t> </a:t>
            </a:r>
          </a:p>
        </p:txBody>
      </p:sp>
      <p:sp>
        <p:nvSpPr>
          <p:cNvPr id="20" name="Freeform 20"/>
          <p:cNvSpPr/>
          <p:nvPr/>
        </p:nvSpPr>
        <p:spPr>
          <a:xfrm rot="-10800000">
            <a:off x="690529" y="13666587"/>
            <a:ext cx="17668943" cy="2259772"/>
          </a:xfrm>
          <a:custGeom>
            <a:avLst/>
            <a:gdLst/>
            <a:ahLst/>
            <a:cxnLst/>
            <a:rect l="l" t="t" r="r" b="b"/>
            <a:pathLst>
              <a:path w="17668943" h="2259772">
                <a:moveTo>
                  <a:pt x="0" y="0"/>
                </a:moveTo>
                <a:lnTo>
                  <a:pt x="17668942" y="0"/>
                </a:lnTo>
                <a:lnTo>
                  <a:pt x="17668942" y="2259772"/>
                </a:lnTo>
                <a:lnTo>
                  <a:pt x="0" y="225977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t="-178824" b="-1679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05000" y="1827995"/>
            <a:ext cx="15240000" cy="15240000"/>
          </a:xfrm>
          <a:custGeom>
            <a:avLst/>
            <a:gdLst/>
            <a:ahLst/>
            <a:cxnLst/>
            <a:rect l="l" t="t" r="r" b="b"/>
            <a:pathLst>
              <a:path w="15240000" h="15240000">
                <a:moveTo>
                  <a:pt x="0" y="0"/>
                </a:moveTo>
                <a:lnTo>
                  <a:pt x="15240000" y="0"/>
                </a:lnTo>
                <a:lnTo>
                  <a:pt x="15240000" y="15240000"/>
                </a:lnTo>
                <a:lnTo>
                  <a:pt x="0" y="1524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2910451" y="5374258"/>
            <a:ext cx="6614549" cy="95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113"/>
              </a:lnSpc>
            </a:pPr>
            <a:r>
              <a:rPr lang="en-US" sz="71993" b="1" spc="-1943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FF914D">
                        <a:alpha val="100000"/>
                      </a:srgbClr>
                    </a:gs>
                  </a:gsLst>
                  <a:lin ang="0"/>
                </a:gradFill>
                <a:latin typeface="Arimo Bold"/>
                <a:ea typeface="Arimo Bold"/>
                <a:cs typeface="Arimo Bold"/>
                <a:sym typeface="Arimo Bold"/>
              </a:rPr>
              <a:t>A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530451" y="5374258"/>
            <a:ext cx="6614549" cy="95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113"/>
              </a:lnSpc>
            </a:pPr>
            <a:r>
              <a:rPr lang="en-US" sz="71993" b="1" spc="-1943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5CE1E6">
                        <a:alpha val="100000"/>
                      </a:srgbClr>
                    </a:gs>
                  </a:gsLst>
                  <a:lin ang="0"/>
                </a:gradFill>
                <a:latin typeface="Arimo Bold"/>
                <a:ea typeface="Arimo Bold"/>
                <a:cs typeface="Arimo Bold"/>
                <a:sym typeface="Arimo Bold"/>
              </a:rPr>
              <a:t>S</a:t>
            </a:r>
          </a:p>
        </p:txBody>
      </p:sp>
      <p:sp>
        <p:nvSpPr>
          <p:cNvPr id="5" name="Freeform 5"/>
          <p:cNvSpPr/>
          <p:nvPr/>
        </p:nvSpPr>
        <p:spPr>
          <a:xfrm>
            <a:off x="10307846" y="6114797"/>
            <a:ext cx="3648047" cy="3648047"/>
          </a:xfrm>
          <a:custGeom>
            <a:avLst/>
            <a:gdLst/>
            <a:ahLst/>
            <a:cxnLst/>
            <a:rect l="l" t="t" r="r" b="b"/>
            <a:pathLst>
              <a:path w="3648047" h="3648047">
                <a:moveTo>
                  <a:pt x="0" y="0"/>
                </a:moveTo>
                <a:lnTo>
                  <a:pt x="3648048" y="0"/>
                </a:lnTo>
                <a:lnTo>
                  <a:pt x="3648048" y="3648047"/>
                </a:lnTo>
                <a:lnTo>
                  <a:pt x="0" y="36480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8424459" y="7768644"/>
            <a:ext cx="3988399" cy="3988399"/>
          </a:xfrm>
          <a:custGeom>
            <a:avLst/>
            <a:gdLst/>
            <a:ahLst/>
            <a:cxnLst/>
            <a:rect l="l" t="t" r="r" b="b"/>
            <a:pathLst>
              <a:path w="3988399" h="3988399">
                <a:moveTo>
                  <a:pt x="0" y="0"/>
                </a:moveTo>
                <a:lnTo>
                  <a:pt x="3988400" y="0"/>
                </a:lnTo>
                <a:lnTo>
                  <a:pt x="3988400" y="3988400"/>
                </a:lnTo>
                <a:lnTo>
                  <a:pt x="0" y="3988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7147728" y="6562954"/>
            <a:ext cx="2751733" cy="2751733"/>
          </a:xfrm>
          <a:custGeom>
            <a:avLst/>
            <a:gdLst/>
            <a:ahLst/>
            <a:cxnLst/>
            <a:rect l="l" t="t" r="r" b="b"/>
            <a:pathLst>
              <a:path w="2751733" h="2751733">
                <a:moveTo>
                  <a:pt x="0" y="0"/>
                </a:moveTo>
                <a:lnTo>
                  <a:pt x="2751733" y="0"/>
                </a:lnTo>
                <a:lnTo>
                  <a:pt x="2751733" y="2751733"/>
                </a:lnTo>
                <a:lnTo>
                  <a:pt x="0" y="27517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6999592" y="3769227"/>
            <a:ext cx="6838134" cy="8339187"/>
          </a:xfrm>
          <a:custGeom>
            <a:avLst/>
            <a:gdLst/>
            <a:ahLst/>
            <a:cxnLst/>
            <a:rect l="l" t="t" r="r" b="b"/>
            <a:pathLst>
              <a:path w="6838134" h="8339187">
                <a:moveTo>
                  <a:pt x="0" y="0"/>
                </a:moveTo>
                <a:lnTo>
                  <a:pt x="6838134" y="0"/>
                </a:lnTo>
                <a:lnTo>
                  <a:pt x="6838134" y="8339187"/>
                </a:lnTo>
                <a:lnTo>
                  <a:pt x="0" y="83391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2545656" y="5354032"/>
            <a:ext cx="3308502" cy="3312643"/>
          </a:xfrm>
          <a:custGeom>
            <a:avLst/>
            <a:gdLst/>
            <a:ahLst/>
            <a:cxnLst/>
            <a:rect l="l" t="t" r="r" b="b"/>
            <a:pathLst>
              <a:path w="3308502" h="3312643">
                <a:moveTo>
                  <a:pt x="0" y="0"/>
                </a:moveTo>
                <a:lnTo>
                  <a:pt x="3308502" y="0"/>
                </a:lnTo>
                <a:lnTo>
                  <a:pt x="3308502" y="3312644"/>
                </a:lnTo>
                <a:lnTo>
                  <a:pt x="0" y="331264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3550551" y="3922480"/>
            <a:ext cx="2617842" cy="2621118"/>
          </a:xfrm>
          <a:custGeom>
            <a:avLst/>
            <a:gdLst/>
            <a:ahLst/>
            <a:cxnLst/>
            <a:rect l="l" t="t" r="r" b="b"/>
            <a:pathLst>
              <a:path w="2617842" h="2621118">
                <a:moveTo>
                  <a:pt x="0" y="0"/>
                </a:moveTo>
                <a:lnTo>
                  <a:pt x="2617842" y="0"/>
                </a:lnTo>
                <a:lnTo>
                  <a:pt x="2617842" y="2621118"/>
                </a:lnTo>
                <a:lnTo>
                  <a:pt x="0" y="262111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5189058" y="2788666"/>
            <a:ext cx="1958670" cy="1961122"/>
          </a:xfrm>
          <a:custGeom>
            <a:avLst/>
            <a:gdLst/>
            <a:ahLst/>
            <a:cxnLst/>
            <a:rect l="l" t="t" r="r" b="b"/>
            <a:pathLst>
              <a:path w="1958670" h="1961122">
                <a:moveTo>
                  <a:pt x="0" y="0"/>
                </a:moveTo>
                <a:lnTo>
                  <a:pt x="1958670" y="0"/>
                </a:lnTo>
                <a:lnTo>
                  <a:pt x="1958670" y="1961122"/>
                </a:lnTo>
                <a:lnTo>
                  <a:pt x="0" y="196112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1879705" y="1827995"/>
            <a:ext cx="15290590" cy="15290590"/>
          </a:xfrm>
          <a:custGeom>
            <a:avLst/>
            <a:gdLst/>
            <a:ahLst/>
            <a:cxnLst/>
            <a:rect l="l" t="t" r="r" b="b"/>
            <a:pathLst>
              <a:path w="15290590" h="15290590">
                <a:moveTo>
                  <a:pt x="0" y="0"/>
                </a:moveTo>
                <a:lnTo>
                  <a:pt x="15290590" y="0"/>
                </a:lnTo>
                <a:lnTo>
                  <a:pt x="15290590" y="15290590"/>
                </a:lnTo>
                <a:lnTo>
                  <a:pt x="0" y="1529059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1068403" y="1068403"/>
            <a:ext cx="16913193" cy="16913193"/>
          </a:xfrm>
          <a:custGeom>
            <a:avLst/>
            <a:gdLst/>
            <a:ahLst/>
            <a:cxnLst/>
            <a:rect l="l" t="t" r="r" b="b"/>
            <a:pathLst>
              <a:path w="16913193" h="16913193">
                <a:moveTo>
                  <a:pt x="0" y="0"/>
                </a:moveTo>
                <a:lnTo>
                  <a:pt x="16913194" y="0"/>
                </a:lnTo>
                <a:lnTo>
                  <a:pt x="16913194" y="16913194"/>
                </a:lnTo>
                <a:lnTo>
                  <a:pt x="0" y="1691319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4" name="Group 14"/>
          <p:cNvGrpSpPr/>
          <p:nvPr/>
        </p:nvGrpSpPr>
        <p:grpSpPr>
          <a:xfrm>
            <a:off x="690529" y="13666587"/>
            <a:ext cx="17668943" cy="2259772"/>
            <a:chOff x="0" y="0"/>
            <a:chExt cx="2512916" cy="32139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512916" cy="321390"/>
            </a:xfrm>
            <a:custGeom>
              <a:avLst/>
              <a:gdLst/>
              <a:ahLst/>
              <a:cxnLst/>
              <a:rect l="l" t="t" r="r" b="b"/>
              <a:pathLst>
                <a:path w="2512916" h="321390">
                  <a:moveTo>
                    <a:pt x="0" y="0"/>
                  </a:moveTo>
                  <a:lnTo>
                    <a:pt x="2512916" y="0"/>
                  </a:lnTo>
                  <a:lnTo>
                    <a:pt x="2512916" y="321390"/>
                  </a:lnTo>
                  <a:lnTo>
                    <a:pt x="0" y="32139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66675"/>
              <a:ext cx="2512916" cy="3880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04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>
            <a:off x="690529" y="13666587"/>
            <a:ext cx="17668943" cy="2259772"/>
          </a:xfrm>
          <a:custGeom>
            <a:avLst/>
            <a:gdLst/>
            <a:ahLst/>
            <a:cxnLst/>
            <a:rect l="l" t="t" r="r" b="b"/>
            <a:pathLst>
              <a:path w="17668943" h="2259772">
                <a:moveTo>
                  <a:pt x="0" y="0"/>
                </a:moveTo>
                <a:lnTo>
                  <a:pt x="17668942" y="0"/>
                </a:lnTo>
                <a:lnTo>
                  <a:pt x="17668942" y="2259772"/>
                </a:lnTo>
                <a:lnTo>
                  <a:pt x="0" y="225977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t="-178824" b="-1679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TextBox 18"/>
          <p:cNvSpPr txBox="1"/>
          <p:nvPr/>
        </p:nvSpPr>
        <p:spPr>
          <a:xfrm>
            <a:off x="11044718" y="13939223"/>
            <a:ext cx="6936879" cy="1543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599"/>
              </a:lnSpc>
              <a:spcBef>
                <a:spcPct val="0"/>
              </a:spcBef>
            </a:pPr>
            <a:r>
              <a:rPr lang="en-US" sz="9000" spc="279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5CE1E6">
                        <a:alpha val="100000"/>
                      </a:srgbClr>
                    </a:gs>
                  </a:gsLst>
                  <a:lin ang="0"/>
                </a:gradFill>
                <a:latin typeface="Yeseva One"/>
                <a:ea typeface="Yeseva One"/>
                <a:cs typeface="Yeseva One"/>
                <a:sym typeface="Yeseva One"/>
              </a:rPr>
              <a:t>SIGNATURE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20610" y="13939223"/>
            <a:ext cx="10224108" cy="1543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599"/>
              </a:lnSpc>
              <a:spcBef>
                <a:spcPct val="0"/>
              </a:spcBef>
            </a:pPr>
            <a:r>
              <a:rPr lang="en-US" sz="9000" spc="279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FF914D">
                        <a:alpha val="100000"/>
                      </a:srgbClr>
                    </a:gs>
                  </a:gsLst>
                  <a:lin ang="0"/>
                </a:gradFill>
                <a:latin typeface="Yeseva One"/>
                <a:ea typeface="Yeseva One"/>
                <a:cs typeface="Yeseva One"/>
                <a:sym typeface="Yeseva One"/>
              </a:rPr>
              <a:t>AMARASINGHE</a:t>
            </a:r>
            <a:r>
              <a:rPr lang="en-US" sz="9000" spc="279">
                <a:gradFill>
                  <a:gsLst>
                    <a:gs pos="0">
                      <a:srgbClr val="B77480">
                        <a:alpha val="100000"/>
                      </a:srgbClr>
                    </a:gs>
                    <a:gs pos="25000">
                      <a:srgbClr val="FEAAA0">
                        <a:alpha val="100000"/>
                      </a:srgbClr>
                    </a:gs>
                    <a:gs pos="50000">
                      <a:srgbClr val="B77480">
                        <a:alpha val="100000"/>
                      </a:srgbClr>
                    </a:gs>
                    <a:gs pos="75000">
                      <a:srgbClr val="F7E8C9">
                        <a:alpha val="100000"/>
                      </a:srgbClr>
                    </a:gs>
                    <a:gs pos="100000">
                      <a:srgbClr val="B77480">
                        <a:alpha val="100000"/>
                      </a:srgbClr>
                    </a:gs>
                  </a:gsLst>
                  <a:lin ang="16200000"/>
                </a:gradFill>
                <a:latin typeface="Yeseva One"/>
                <a:ea typeface="Yeseva One"/>
                <a:cs typeface="Yeseva One"/>
                <a:sym typeface="Yeseva One"/>
              </a:rPr>
              <a:t> </a:t>
            </a:r>
          </a:p>
        </p:txBody>
      </p:sp>
      <p:sp>
        <p:nvSpPr>
          <p:cNvPr id="20" name="Freeform 20"/>
          <p:cNvSpPr/>
          <p:nvPr/>
        </p:nvSpPr>
        <p:spPr>
          <a:xfrm rot="-10800000">
            <a:off x="706310" y="13657062"/>
            <a:ext cx="17668943" cy="2259772"/>
          </a:xfrm>
          <a:custGeom>
            <a:avLst/>
            <a:gdLst/>
            <a:ahLst/>
            <a:cxnLst/>
            <a:rect l="l" t="t" r="r" b="b"/>
            <a:pathLst>
              <a:path w="17668943" h="2259772">
                <a:moveTo>
                  <a:pt x="0" y="0"/>
                </a:moveTo>
                <a:lnTo>
                  <a:pt x="17668942" y="0"/>
                </a:lnTo>
                <a:lnTo>
                  <a:pt x="17668942" y="2259772"/>
                </a:lnTo>
                <a:lnTo>
                  <a:pt x="0" y="225977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t="-178824" b="-1679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05000" y="1827995"/>
            <a:ext cx="15240000" cy="15240000"/>
          </a:xfrm>
          <a:custGeom>
            <a:avLst/>
            <a:gdLst/>
            <a:ahLst/>
            <a:cxnLst/>
            <a:rect l="l" t="t" r="r" b="b"/>
            <a:pathLst>
              <a:path w="15240000" h="15240000">
                <a:moveTo>
                  <a:pt x="0" y="0"/>
                </a:moveTo>
                <a:lnTo>
                  <a:pt x="15240000" y="0"/>
                </a:lnTo>
                <a:lnTo>
                  <a:pt x="15240000" y="15240000"/>
                </a:lnTo>
                <a:lnTo>
                  <a:pt x="0" y="1524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2910451" y="5374258"/>
            <a:ext cx="6614549" cy="95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113"/>
              </a:lnSpc>
            </a:pPr>
            <a:r>
              <a:rPr lang="en-US" sz="71993" b="1" spc="-1943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FF914D">
                        <a:alpha val="100000"/>
                      </a:srgbClr>
                    </a:gs>
                  </a:gsLst>
                  <a:lin ang="0"/>
                </a:gradFill>
                <a:latin typeface="Arimo Bold"/>
                <a:ea typeface="Arimo Bold"/>
                <a:cs typeface="Arimo Bold"/>
                <a:sym typeface="Arimo Bold"/>
              </a:rPr>
              <a:t>A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530451" y="5374258"/>
            <a:ext cx="6614549" cy="95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113"/>
              </a:lnSpc>
            </a:pPr>
            <a:r>
              <a:rPr lang="en-US" sz="71993" b="1" spc="-1943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5CE1E6">
                        <a:alpha val="100000"/>
                      </a:srgbClr>
                    </a:gs>
                  </a:gsLst>
                  <a:lin ang="0"/>
                </a:gradFill>
                <a:latin typeface="Arimo Bold"/>
                <a:ea typeface="Arimo Bold"/>
                <a:cs typeface="Arimo Bold"/>
                <a:sym typeface="Arimo Bold"/>
              </a:rPr>
              <a:t>S</a:t>
            </a:r>
          </a:p>
        </p:txBody>
      </p:sp>
      <p:sp>
        <p:nvSpPr>
          <p:cNvPr id="5" name="Freeform 5"/>
          <p:cNvSpPr/>
          <p:nvPr/>
        </p:nvSpPr>
        <p:spPr>
          <a:xfrm>
            <a:off x="10307846" y="6114797"/>
            <a:ext cx="3648047" cy="3648047"/>
          </a:xfrm>
          <a:custGeom>
            <a:avLst/>
            <a:gdLst/>
            <a:ahLst/>
            <a:cxnLst/>
            <a:rect l="l" t="t" r="r" b="b"/>
            <a:pathLst>
              <a:path w="3648047" h="3648047">
                <a:moveTo>
                  <a:pt x="0" y="0"/>
                </a:moveTo>
                <a:lnTo>
                  <a:pt x="3648048" y="0"/>
                </a:lnTo>
                <a:lnTo>
                  <a:pt x="3648048" y="3648047"/>
                </a:lnTo>
                <a:lnTo>
                  <a:pt x="0" y="36480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8424459" y="7768644"/>
            <a:ext cx="3988399" cy="3988399"/>
          </a:xfrm>
          <a:custGeom>
            <a:avLst/>
            <a:gdLst/>
            <a:ahLst/>
            <a:cxnLst/>
            <a:rect l="l" t="t" r="r" b="b"/>
            <a:pathLst>
              <a:path w="3988399" h="3988399">
                <a:moveTo>
                  <a:pt x="0" y="0"/>
                </a:moveTo>
                <a:lnTo>
                  <a:pt x="3988400" y="0"/>
                </a:lnTo>
                <a:lnTo>
                  <a:pt x="3988400" y="3988400"/>
                </a:lnTo>
                <a:lnTo>
                  <a:pt x="0" y="3988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7147728" y="6562954"/>
            <a:ext cx="2751733" cy="2751733"/>
          </a:xfrm>
          <a:custGeom>
            <a:avLst/>
            <a:gdLst/>
            <a:ahLst/>
            <a:cxnLst/>
            <a:rect l="l" t="t" r="r" b="b"/>
            <a:pathLst>
              <a:path w="2751733" h="2751733">
                <a:moveTo>
                  <a:pt x="0" y="0"/>
                </a:moveTo>
                <a:lnTo>
                  <a:pt x="2751733" y="0"/>
                </a:lnTo>
                <a:lnTo>
                  <a:pt x="2751733" y="2751733"/>
                </a:lnTo>
                <a:lnTo>
                  <a:pt x="0" y="27517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6999592" y="3769227"/>
            <a:ext cx="6838134" cy="8339187"/>
          </a:xfrm>
          <a:custGeom>
            <a:avLst/>
            <a:gdLst/>
            <a:ahLst/>
            <a:cxnLst/>
            <a:rect l="l" t="t" r="r" b="b"/>
            <a:pathLst>
              <a:path w="6838134" h="8339187">
                <a:moveTo>
                  <a:pt x="0" y="0"/>
                </a:moveTo>
                <a:lnTo>
                  <a:pt x="6838134" y="0"/>
                </a:lnTo>
                <a:lnTo>
                  <a:pt x="6838134" y="8339187"/>
                </a:lnTo>
                <a:lnTo>
                  <a:pt x="0" y="83391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2545656" y="5354032"/>
            <a:ext cx="3308502" cy="3312643"/>
          </a:xfrm>
          <a:custGeom>
            <a:avLst/>
            <a:gdLst/>
            <a:ahLst/>
            <a:cxnLst/>
            <a:rect l="l" t="t" r="r" b="b"/>
            <a:pathLst>
              <a:path w="3308502" h="3312643">
                <a:moveTo>
                  <a:pt x="0" y="0"/>
                </a:moveTo>
                <a:lnTo>
                  <a:pt x="3308502" y="0"/>
                </a:lnTo>
                <a:lnTo>
                  <a:pt x="3308502" y="3312644"/>
                </a:lnTo>
                <a:lnTo>
                  <a:pt x="0" y="331264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3550551" y="3922480"/>
            <a:ext cx="2617842" cy="2621118"/>
          </a:xfrm>
          <a:custGeom>
            <a:avLst/>
            <a:gdLst/>
            <a:ahLst/>
            <a:cxnLst/>
            <a:rect l="l" t="t" r="r" b="b"/>
            <a:pathLst>
              <a:path w="2617842" h="2621118">
                <a:moveTo>
                  <a:pt x="0" y="0"/>
                </a:moveTo>
                <a:lnTo>
                  <a:pt x="2617842" y="0"/>
                </a:lnTo>
                <a:lnTo>
                  <a:pt x="2617842" y="2621118"/>
                </a:lnTo>
                <a:lnTo>
                  <a:pt x="0" y="262111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5189058" y="2788666"/>
            <a:ext cx="1958670" cy="1961122"/>
          </a:xfrm>
          <a:custGeom>
            <a:avLst/>
            <a:gdLst/>
            <a:ahLst/>
            <a:cxnLst/>
            <a:rect l="l" t="t" r="r" b="b"/>
            <a:pathLst>
              <a:path w="1958670" h="1961122">
                <a:moveTo>
                  <a:pt x="0" y="0"/>
                </a:moveTo>
                <a:lnTo>
                  <a:pt x="1958670" y="0"/>
                </a:lnTo>
                <a:lnTo>
                  <a:pt x="1958670" y="1961122"/>
                </a:lnTo>
                <a:lnTo>
                  <a:pt x="0" y="196112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1879705" y="1827995"/>
            <a:ext cx="15290590" cy="15290590"/>
          </a:xfrm>
          <a:custGeom>
            <a:avLst/>
            <a:gdLst/>
            <a:ahLst/>
            <a:cxnLst/>
            <a:rect l="l" t="t" r="r" b="b"/>
            <a:pathLst>
              <a:path w="15290590" h="15290590">
                <a:moveTo>
                  <a:pt x="0" y="0"/>
                </a:moveTo>
                <a:lnTo>
                  <a:pt x="15290590" y="0"/>
                </a:lnTo>
                <a:lnTo>
                  <a:pt x="15290590" y="15290590"/>
                </a:lnTo>
                <a:lnTo>
                  <a:pt x="0" y="1529059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1068403" y="1068403"/>
            <a:ext cx="16913193" cy="16913193"/>
          </a:xfrm>
          <a:custGeom>
            <a:avLst/>
            <a:gdLst/>
            <a:ahLst/>
            <a:cxnLst/>
            <a:rect l="l" t="t" r="r" b="b"/>
            <a:pathLst>
              <a:path w="16913193" h="16913193">
                <a:moveTo>
                  <a:pt x="0" y="0"/>
                </a:moveTo>
                <a:lnTo>
                  <a:pt x="16913194" y="0"/>
                </a:lnTo>
                <a:lnTo>
                  <a:pt x="16913194" y="16913194"/>
                </a:lnTo>
                <a:lnTo>
                  <a:pt x="0" y="1691319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5840412" y="13708614"/>
            <a:ext cx="7369175" cy="1800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681"/>
              </a:lnSpc>
              <a:spcBef>
                <a:spcPct val="0"/>
              </a:spcBef>
            </a:pPr>
            <a:r>
              <a:rPr lang="en-US" sz="10487" spc="325">
                <a:gradFill>
                  <a:gsLst>
                    <a:gs pos="0">
                      <a:srgbClr val="B77480">
                        <a:alpha val="100000"/>
                      </a:srgbClr>
                    </a:gs>
                    <a:gs pos="25000">
                      <a:srgbClr val="FEAAA0">
                        <a:alpha val="100000"/>
                      </a:srgbClr>
                    </a:gs>
                    <a:gs pos="50000">
                      <a:srgbClr val="B77480">
                        <a:alpha val="100000"/>
                      </a:srgbClr>
                    </a:gs>
                    <a:gs pos="75000">
                      <a:srgbClr val="F7E8C9">
                        <a:alpha val="100000"/>
                      </a:srgbClr>
                    </a:gs>
                    <a:gs pos="100000">
                      <a:srgbClr val="B77480">
                        <a:alpha val="100000"/>
                      </a:srgbClr>
                    </a:gs>
                  </a:gsLst>
                  <a:lin ang="16200000"/>
                </a:gradFill>
                <a:latin typeface="Yeseva One"/>
                <a:ea typeface="Yeseva One"/>
                <a:cs typeface="Yeseva One"/>
                <a:sym typeface="Yeseva One"/>
              </a:rPr>
              <a:t>BOOK HUB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05000" y="1827995"/>
            <a:ext cx="15240000" cy="15240000"/>
          </a:xfrm>
          <a:custGeom>
            <a:avLst/>
            <a:gdLst/>
            <a:ahLst/>
            <a:cxnLst/>
            <a:rect l="l" t="t" r="r" b="b"/>
            <a:pathLst>
              <a:path w="15240000" h="15240000">
                <a:moveTo>
                  <a:pt x="0" y="0"/>
                </a:moveTo>
                <a:lnTo>
                  <a:pt x="15240000" y="0"/>
                </a:lnTo>
                <a:lnTo>
                  <a:pt x="15240000" y="15240000"/>
                </a:lnTo>
                <a:lnTo>
                  <a:pt x="0" y="1524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2910451" y="5374258"/>
            <a:ext cx="6614549" cy="95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113"/>
              </a:lnSpc>
            </a:pPr>
            <a:r>
              <a:rPr lang="en-US" sz="71993" b="1" spc="-1943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FF914D">
                        <a:alpha val="100000"/>
                      </a:srgbClr>
                    </a:gs>
                  </a:gsLst>
                  <a:lin ang="0"/>
                </a:gradFill>
                <a:latin typeface="Arimo Bold"/>
                <a:ea typeface="Arimo Bold"/>
                <a:cs typeface="Arimo Bold"/>
                <a:sym typeface="Arimo Bold"/>
              </a:rPr>
              <a:t>A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530451" y="5374258"/>
            <a:ext cx="6614549" cy="95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113"/>
              </a:lnSpc>
            </a:pPr>
            <a:r>
              <a:rPr lang="en-US" sz="71993" b="1" spc="-1943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5CE1E6">
                        <a:alpha val="100000"/>
                      </a:srgbClr>
                    </a:gs>
                  </a:gsLst>
                  <a:lin ang="0"/>
                </a:gradFill>
                <a:latin typeface="Arimo Bold"/>
                <a:ea typeface="Arimo Bold"/>
                <a:cs typeface="Arimo Bold"/>
                <a:sym typeface="Arimo Bold"/>
              </a:rPr>
              <a:t>S</a:t>
            </a:r>
          </a:p>
        </p:txBody>
      </p:sp>
      <p:sp>
        <p:nvSpPr>
          <p:cNvPr id="5" name="Freeform 5"/>
          <p:cNvSpPr/>
          <p:nvPr/>
        </p:nvSpPr>
        <p:spPr>
          <a:xfrm>
            <a:off x="10307846" y="6114797"/>
            <a:ext cx="3648047" cy="3648047"/>
          </a:xfrm>
          <a:custGeom>
            <a:avLst/>
            <a:gdLst/>
            <a:ahLst/>
            <a:cxnLst/>
            <a:rect l="l" t="t" r="r" b="b"/>
            <a:pathLst>
              <a:path w="3648047" h="3648047">
                <a:moveTo>
                  <a:pt x="0" y="0"/>
                </a:moveTo>
                <a:lnTo>
                  <a:pt x="3648048" y="0"/>
                </a:lnTo>
                <a:lnTo>
                  <a:pt x="3648048" y="3648047"/>
                </a:lnTo>
                <a:lnTo>
                  <a:pt x="0" y="36480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8424459" y="7768644"/>
            <a:ext cx="3988399" cy="3988399"/>
          </a:xfrm>
          <a:custGeom>
            <a:avLst/>
            <a:gdLst/>
            <a:ahLst/>
            <a:cxnLst/>
            <a:rect l="l" t="t" r="r" b="b"/>
            <a:pathLst>
              <a:path w="3988399" h="3988399">
                <a:moveTo>
                  <a:pt x="0" y="0"/>
                </a:moveTo>
                <a:lnTo>
                  <a:pt x="3988400" y="0"/>
                </a:lnTo>
                <a:lnTo>
                  <a:pt x="3988400" y="3988400"/>
                </a:lnTo>
                <a:lnTo>
                  <a:pt x="0" y="3988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7147728" y="6562954"/>
            <a:ext cx="2751733" cy="2751733"/>
          </a:xfrm>
          <a:custGeom>
            <a:avLst/>
            <a:gdLst/>
            <a:ahLst/>
            <a:cxnLst/>
            <a:rect l="l" t="t" r="r" b="b"/>
            <a:pathLst>
              <a:path w="2751733" h="2751733">
                <a:moveTo>
                  <a:pt x="0" y="0"/>
                </a:moveTo>
                <a:lnTo>
                  <a:pt x="2751733" y="0"/>
                </a:lnTo>
                <a:lnTo>
                  <a:pt x="2751733" y="2751733"/>
                </a:lnTo>
                <a:lnTo>
                  <a:pt x="0" y="27517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6999592" y="3769227"/>
            <a:ext cx="6838134" cy="8339187"/>
          </a:xfrm>
          <a:custGeom>
            <a:avLst/>
            <a:gdLst/>
            <a:ahLst/>
            <a:cxnLst/>
            <a:rect l="l" t="t" r="r" b="b"/>
            <a:pathLst>
              <a:path w="6838134" h="8339187">
                <a:moveTo>
                  <a:pt x="0" y="0"/>
                </a:moveTo>
                <a:lnTo>
                  <a:pt x="6838134" y="0"/>
                </a:lnTo>
                <a:lnTo>
                  <a:pt x="6838134" y="8339187"/>
                </a:lnTo>
                <a:lnTo>
                  <a:pt x="0" y="83391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2545656" y="5354032"/>
            <a:ext cx="3308502" cy="3312643"/>
          </a:xfrm>
          <a:custGeom>
            <a:avLst/>
            <a:gdLst/>
            <a:ahLst/>
            <a:cxnLst/>
            <a:rect l="l" t="t" r="r" b="b"/>
            <a:pathLst>
              <a:path w="3308502" h="3312643">
                <a:moveTo>
                  <a:pt x="0" y="0"/>
                </a:moveTo>
                <a:lnTo>
                  <a:pt x="3308502" y="0"/>
                </a:lnTo>
                <a:lnTo>
                  <a:pt x="3308502" y="3312644"/>
                </a:lnTo>
                <a:lnTo>
                  <a:pt x="0" y="331264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3550551" y="3922480"/>
            <a:ext cx="2617842" cy="2621118"/>
          </a:xfrm>
          <a:custGeom>
            <a:avLst/>
            <a:gdLst/>
            <a:ahLst/>
            <a:cxnLst/>
            <a:rect l="l" t="t" r="r" b="b"/>
            <a:pathLst>
              <a:path w="2617842" h="2621118">
                <a:moveTo>
                  <a:pt x="0" y="0"/>
                </a:moveTo>
                <a:lnTo>
                  <a:pt x="2617842" y="0"/>
                </a:lnTo>
                <a:lnTo>
                  <a:pt x="2617842" y="2621118"/>
                </a:lnTo>
                <a:lnTo>
                  <a:pt x="0" y="262111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5189058" y="2788666"/>
            <a:ext cx="1958670" cy="1961122"/>
          </a:xfrm>
          <a:custGeom>
            <a:avLst/>
            <a:gdLst/>
            <a:ahLst/>
            <a:cxnLst/>
            <a:rect l="l" t="t" r="r" b="b"/>
            <a:pathLst>
              <a:path w="1958670" h="1961122">
                <a:moveTo>
                  <a:pt x="0" y="0"/>
                </a:moveTo>
                <a:lnTo>
                  <a:pt x="1958670" y="0"/>
                </a:lnTo>
                <a:lnTo>
                  <a:pt x="1958670" y="1961122"/>
                </a:lnTo>
                <a:lnTo>
                  <a:pt x="0" y="196112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1879705" y="1827995"/>
            <a:ext cx="15290590" cy="15290590"/>
          </a:xfrm>
          <a:custGeom>
            <a:avLst/>
            <a:gdLst/>
            <a:ahLst/>
            <a:cxnLst/>
            <a:rect l="l" t="t" r="r" b="b"/>
            <a:pathLst>
              <a:path w="15290590" h="15290590">
                <a:moveTo>
                  <a:pt x="0" y="0"/>
                </a:moveTo>
                <a:lnTo>
                  <a:pt x="15290590" y="0"/>
                </a:lnTo>
                <a:lnTo>
                  <a:pt x="15290590" y="15290590"/>
                </a:lnTo>
                <a:lnTo>
                  <a:pt x="0" y="1529059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1068403" y="1068403"/>
            <a:ext cx="16913193" cy="16913193"/>
          </a:xfrm>
          <a:custGeom>
            <a:avLst/>
            <a:gdLst/>
            <a:ahLst/>
            <a:cxnLst/>
            <a:rect l="l" t="t" r="r" b="b"/>
            <a:pathLst>
              <a:path w="16913193" h="16913193">
                <a:moveTo>
                  <a:pt x="0" y="0"/>
                </a:moveTo>
                <a:lnTo>
                  <a:pt x="16913194" y="0"/>
                </a:lnTo>
                <a:lnTo>
                  <a:pt x="16913194" y="16913194"/>
                </a:lnTo>
                <a:lnTo>
                  <a:pt x="0" y="1691319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5623322" y="13708614"/>
            <a:ext cx="7803356" cy="1800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681"/>
              </a:lnSpc>
              <a:spcBef>
                <a:spcPct val="0"/>
              </a:spcBef>
            </a:pPr>
            <a:r>
              <a:rPr lang="en-US" sz="10487" spc="325">
                <a:gradFill>
                  <a:gsLst>
                    <a:gs pos="0">
                      <a:srgbClr val="873F1E">
                        <a:alpha val="100000"/>
                      </a:srgbClr>
                    </a:gs>
                    <a:gs pos="25000">
                      <a:srgbClr val="F9BBA3">
                        <a:alpha val="100000"/>
                      </a:srgbClr>
                    </a:gs>
                    <a:gs pos="50000">
                      <a:srgbClr val="873F1E">
                        <a:alpha val="100000"/>
                      </a:srgbClr>
                    </a:gs>
                    <a:gs pos="75000">
                      <a:srgbClr val="DD7B65">
                        <a:alpha val="100000"/>
                      </a:srgbClr>
                    </a:gs>
                    <a:gs pos="100000">
                      <a:srgbClr val="9E6449">
                        <a:alpha val="100000"/>
                      </a:srgbClr>
                    </a:gs>
                  </a:gsLst>
                  <a:lin ang="5400000"/>
                </a:gradFill>
                <a:latin typeface="Yeseva One"/>
                <a:ea typeface="Yeseva One"/>
                <a:cs typeface="Yeseva One"/>
                <a:sym typeface="Yeseva One"/>
              </a:rPr>
              <a:t>ART CRAFT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05000" y="1827995"/>
            <a:ext cx="15240000" cy="15240000"/>
          </a:xfrm>
          <a:custGeom>
            <a:avLst/>
            <a:gdLst/>
            <a:ahLst/>
            <a:cxnLst/>
            <a:rect l="l" t="t" r="r" b="b"/>
            <a:pathLst>
              <a:path w="15240000" h="15240000">
                <a:moveTo>
                  <a:pt x="0" y="0"/>
                </a:moveTo>
                <a:lnTo>
                  <a:pt x="15240000" y="0"/>
                </a:lnTo>
                <a:lnTo>
                  <a:pt x="15240000" y="15240000"/>
                </a:lnTo>
                <a:lnTo>
                  <a:pt x="0" y="1524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2910451" y="5374258"/>
            <a:ext cx="6614549" cy="95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113"/>
              </a:lnSpc>
            </a:pPr>
            <a:r>
              <a:rPr lang="en-US" sz="71993" b="1" spc="-1943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FF914D">
                        <a:alpha val="100000"/>
                      </a:srgbClr>
                    </a:gs>
                  </a:gsLst>
                  <a:lin ang="0"/>
                </a:gradFill>
                <a:latin typeface="Arimo Bold"/>
                <a:ea typeface="Arimo Bold"/>
                <a:cs typeface="Arimo Bold"/>
                <a:sym typeface="Arimo Bold"/>
              </a:rPr>
              <a:t>A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530451" y="5374258"/>
            <a:ext cx="6614549" cy="95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113"/>
              </a:lnSpc>
            </a:pPr>
            <a:r>
              <a:rPr lang="en-US" sz="71993" b="1" spc="-1943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5CE1E6">
                        <a:alpha val="100000"/>
                      </a:srgbClr>
                    </a:gs>
                  </a:gsLst>
                  <a:lin ang="0"/>
                </a:gradFill>
                <a:latin typeface="Arimo Bold"/>
                <a:ea typeface="Arimo Bold"/>
                <a:cs typeface="Arimo Bold"/>
                <a:sym typeface="Arimo Bold"/>
              </a:rPr>
              <a:t>S</a:t>
            </a:r>
          </a:p>
        </p:txBody>
      </p:sp>
      <p:sp>
        <p:nvSpPr>
          <p:cNvPr id="5" name="Freeform 5"/>
          <p:cNvSpPr/>
          <p:nvPr/>
        </p:nvSpPr>
        <p:spPr>
          <a:xfrm>
            <a:off x="10307846" y="6114797"/>
            <a:ext cx="3648047" cy="3648047"/>
          </a:xfrm>
          <a:custGeom>
            <a:avLst/>
            <a:gdLst/>
            <a:ahLst/>
            <a:cxnLst/>
            <a:rect l="l" t="t" r="r" b="b"/>
            <a:pathLst>
              <a:path w="3648047" h="3648047">
                <a:moveTo>
                  <a:pt x="0" y="0"/>
                </a:moveTo>
                <a:lnTo>
                  <a:pt x="3648048" y="0"/>
                </a:lnTo>
                <a:lnTo>
                  <a:pt x="3648048" y="3648047"/>
                </a:lnTo>
                <a:lnTo>
                  <a:pt x="0" y="36480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8424459" y="7768644"/>
            <a:ext cx="3988399" cy="3988399"/>
          </a:xfrm>
          <a:custGeom>
            <a:avLst/>
            <a:gdLst/>
            <a:ahLst/>
            <a:cxnLst/>
            <a:rect l="l" t="t" r="r" b="b"/>
            <a:pathLst>
              <a:path w="3988399" h="3988399">
                <a:moveTo>
                  <a:pt x="0" y="0"/>
                </a:moveTo>
                <a:lnTo>
                  <a:pt x="3988400" y="0"/>
                </a:lnTo>
                <a:lnTo>
                  <a:pt x="3988400" y="3988400"/>
                </a:lnTo>
                <a:lnTo>
                  <a:pt x="0" y="3988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7147728" y="6562954"/>
            <a:ext cx="2751733" cy="2751733"/>
          </a:xfrm>
          <a:custGeom>
            <a:avLst/>
            <a:gdLst/>
            <a:ahLst/>
            <a:cxnLst/>
            <a:rect l="l" t="t" r="r" b="b"/>
            <a:pathLst>
              <a:path w="2751733" h="2751733">
                <a:moveTo>
                  <a:pt x="0" y="0"/>
                </a:moveTo>
                <a:lnTo>
                  <a:pt x="2751733" y="0"/>
                </a:lnTo>
                <a:lnTo>
                  <a:pt x="2751733" y="2751733"/>
                </a:lnTo>
                <a:lnTo>
                  <a:pt x="0" y="27517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6999592" y="3769227"/>
            <a:ext cx="6838134" cy="8339187"/>
          </a:xfrm>
          <a:custGeom>
            <a:avLst/>
            <a:gdLst/>
            <a:ahLst/>
            <a:cxnLst/>
            <a:rect l="l" t="t" r="r" b="b"/>
            <a:pathLst>
              <a:path w="6838134" h="8339187">
                <a:moveTo>
                  <a:pt x="0" y="0"/>
                </a:moveTo>
                <a:lnTo>
                  <a:pt x="6838134" y="0"/>
                </a:lnTo>
                <a:lnTo>
                  <a:pt x="6838134" y="8339187"/>
                </a:lnTo>
                <a:lnTo>
                  <a:pt x="0" y="83391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2545656" y="5354032"/>
            <a:ext cx="3308502" cy="3312643"/>
          </a:xfrm>
          <a:custGeom>
            <a:avLst/>
            <a:gdLst/>
            <a:ahLst/>
            <a:cxnLst/>
            <a:rect l="l" t="t" r="r" b="b"/>
            <a:pathLst>
              <a:path w="3308502" h="3312643">
                <a:moveTo>
                  <a:pt x="0" y="0"/>
                </a:moveTo>
                <a:lnTo>
                  <a:pt x="3308502" y="0"/>
                </a:lnTo>
                <a:lnTo>
                  <a:pt x="3308502" y="3312644"/>
                </a:lnTo>
                <a:lnTo>
                  <a:pt x="0" y="331264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3550551" y="3922480"/>
            <a:ext cx="2617842" cy="2621118"/>
          </a:xfrm>
          <a:custGeom>
            <a:avLst/>
            <a:gdLst/>
            <a:ahLst/>
            <a:cxnLst/>
            <a:rect l="l" t="t" r="r" b="b"/>
            <a:pathLst>
              <a:path w="2617842" h="2621118">
                <a:moveTo>
                  <a:pt x="0" y="0"/>
                </a:moveTo>
                <a:lnTo>
                  <a:pt x="2617842" y="0"/>
                </a:lnTo>
                <a:lnTo>
                  <a:pt x="2617842" y="2621118"/>
                </a:lnTo>
                <a:lnTo>
                  <a:pt x="0" y="262111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5189058" y="2788666"/>
            <a:ext cx="1958670" cy="1961122"/>
          </a:xfrm>
          <a:custGeom>
            <a:avLst/>
            <a:gdLst/>
            <a:ahLst/>
            <a:cxnLst/>
            <a:rect l="l" t="t" r="r" b="b"/>
            <a:pathLst>
              <a:path w="1958670" h="1961122">
                <a:moveTo>
                  <a:pt x="0" y="0"/>
                </a:moveTo>
                <a:lnTo>
                  <a:pt x="1958670" y="0"/>
                </a:lnTo>
                <a:lnTo>
                  <a:pt x="1958670" y="1961122"/>
                </a:lnTo>
                <a:lnTo>
                  <a:pt x="0" y="196112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1879705" y="1827995"/>
            <a:ext cx="15290590" cy="15290590"/>
          </a:xfrm>
          <a:custGeom>
            <a:avLst/>
            <a:gdLst/>
            <a:ahLst/>
            <a:cxnLst/>
            <a:rect l="l" t="t" r="r" b="b"/>
            <a:pathLst>
              <a:path w="15290590" h="15290590">
                <a:moveTo>
                  <a:pt x="0" y="0"/>
                </a:moveTo>
                <a:lnTo>
                  <a:pt x="15290590" y="0"/>
                </a:lnTo>
                <a:lnTo>
                  <a:pt x="15290590" y="15290590"/>
                </a:lnTo>
                <a:lnTo>
                  <a:pt x="0" y="1529059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1068403" y="1068403"/>
            <a:ext cx="16913193" cy="16913193"/>
          </a:xfrm>
          <a:custGeom>
            <a:avLst/>
            <a:gdLst/>
            <a:ahLst/>
            <a:cxnLst/>
            <a:rect l="l" t="t" r="r" b="b"/>
            <a:pathLst>
              <a:path w="16913193" h="16913193">
                <a:moveTo>
                  <a:pt x="0" y="0"/>
                </a:moveTo>
                <a:lnTo>
                  <a:pt x="16913194" y="0"/>
                </a:lnTo>
                <a:lnTo>
                  <a:pt x="16913194" y="16913194"/>
                </a:lnTo>
                <a:lnTo>
                  <a:pt x="0" y="1691319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4199907" y="13260939"/>
            <a:ext cx="11123052" cy="18038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681"/>
              </a:lnSpc>
              <a:spcBef>
                <a:spcPct val="0"/>
              </a:spcBef>
            </a:pPr>
            <a:r>
              <a:rPr lang="en-US" sz="10487" spc="325">
                <a:gradFill>
                  <a:gsLst>
                    <a:gs pos="0">
                      <a:srgbClr val="785C3A">
                        <a:alpha val="100000"/>
                      </a:srgbClr>
                    </a:gs>
                    <a:gs pos="25000">
                      <a:srgbClr val="E2C29A">
                        <a:alpha val="100000"/>
                      </a:srgbClr>
                    </a:gs>
                    <a:gs pos="50000">
                      <a:srgbClr val="785C3A">
                        <a:alpha val="100000"/>
                      </a:srgbClr>
                    </a:gs>
                    <a:gs pos="75000">
                      <a:srgbClr val="AC8E68">
                        <a:alpha val="100000"/>
                      </a:srgbClr>
                    </a:gs>
                    <a:gs pos="100000">
                      <a:srgbClr val="785C3A">
                        <a:alpha val="100000"/>
                      </a:srgbClr>
                    </a:gs>
                  </a:gsLst>
                  <a:lin ang="5400000"/>
                </a:gradFill>
                <a:latin typeface="Yeseva One"/>
                <a:ea typeface="Yeseva One"/>
                <a:cs typeface="Yeseva One"/>
                <a:sym typeface="Yeseva One"/>
              </a:rPr>
              <a:t>PHOTOGRAPHY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05000" y="1827995"/>
            <a:ext cx="15240000" cy="15240000"/>
          </a:xfrm>
          <a:custGeom>
            <a:avLst/>
            <a:gdLst/>
            <a:ahLst/>
            <a:cxnLst/>
            <a:rect l="l" t="t" r="r" b="b"/>
            <a:pathLst>
              <a:path w="15240000" h="15240000">
                <a:moveTo>
                  <a:pt x="0" y="0"/>
                </a:moveTo>
                <a:lnTo>
                  <a:pt x="15240000" y="0"/>
                </a:lnTo>
                <a:lnTo>
                  <a:pt x="15240000" y="15240000"/>
                </a:lnTo>
                <a:lnTo>
                  <a:pt x="0" y="1524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2910451" y="5374258"/>
            <a:ext cx="6614549" cy="95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113"/>
              </a:lnSpc>
            </a:pPr>
            <a:r>
              <a:rPr lang="en-US" sz="71993" b="1" spc="-1943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FF914D">
                        <a:alpha val="100000"/>
                      </a:srgbClr>
                    </a:gs>
                  </a:gsLst>
                  <a:lin ang="0"/>
                </a:gradFill>
                <a:latin typeface="Arimo Bold"/>
                <a:ea typeface="Arimo Bold"/>
                <a:cs typeface="Arimo Bold"/>
                <a:sym typeface="Arimo Bold"/>
              </a:rPr>
              <a:t>A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530451" y="5374258"/>
            <a:ext cx="6614549" cy="95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113"/>
              </a:lnSpc>
            </a:pPr>
            <a:r>
              <a:rPr lang="en-US" sz="71993" b="1" spc="-1943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5CE1E6">
                        <a:alpha val="100000"/>
                      </a:srgbClr>
                    </a:gs>
                  </a:gsLst>
                  <a:lin ang="0"/>
                </a:gradFill>
                <a:latin typeface="Arimo Bold"/>
                <a:ea typeface="Arimo Bold"/>
                <a:cs typeface="Arimo Bold"/>
                <a:sym typeface="Arimo Bold"/>
              </a:rPr>
              <a:t>S</a:t>
            </a:r>
          </a:p>
        </p:txBody>
      </p:sp>
      <p:sp>
        <p:nvSpPr>
          <p:cNvPr id="5" name="Freeform 5"/>
          <p:cNvSpPr/>
          <p:nvPr/>
        </p:nvSpPr>
        <p:spPr>
          <a:xfrm>
            <a:off x="10307846" y="6114797"/>
            <a:ext cx="3648047" cy="3648047"/>
          </a:xfrm>
          <a:custGeom>
            <a:avLst/>
            <a:gdLst/>
            <a:ahLst/>
            <a:cxnLst/>
            <a:rect l="l" t="t" r="r" b="b"/>
            <a:pathLst>
              <a:path w="3648047" h="3648047">
                <a:moveTo>
                  <a:pt x="0" y="0"/>
                </a:moveTo>
                <a:lnTo>
                  <a:pt x="3648048" y="0"/>
                </a:lnTo>
                <a:lnTo>
                  <a:pt x="3648048" y="3648047"/>
                </a:lnTo>
                <a:lnTo>
                  <a:pt x="0" y="36480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8424459" y="7768644"/>
            <a:ext cx="3988399" cy="3988399"/>
          </a:xfrm>
          <a:custGeom>
            <a:avLst/>
            <a:gdLst/>
            <a:ahLst/>
            <a:cxnLst/>
            <a:rect l="l" t="t" r="r" b="b"/>
            <a:pathLst>
              <a:path w="3988399" h="3988399">
                <a:moveTo>
                  <a:pt x="0" y="0"/>
                </a:moveTo>
                <a:lnTo>
                  <a:pt x="3988400" y="0"/>
                </a:lnTo>
                <a:lnTo>
                  <a:pt x="3988400" y="3988400"/>
                </a:lnTo>
                <a:lnTo>
                  <a:pt x="0" y="3988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7147728" y="6562954"/>
            <a:ext cx="2751733" cy="2751733"/>
          </a:xfrm>
          <a:custGeom>
            <a:avLst/>
            <a:gdLst/>
            <a:ahLst/>
            <a:cxnLst/>
            <a:rect l="l" t="t" r="r" b="b"/>
            <a:pathLst>
              <a:path w="2751733" h="2751733">
                <a:moveTo>
                  <a:pt x="0" y="0"/>
                </a:moveTo>
                <a:lnTo>
                  <a:pt x="2751733" y="0"/>
                </a:lnTo>
                <a:lnTo>
                  <a:pt x="2751733" y="2751733"/>
                </a:lnTo>
                <a:lnTo>
                  <a:pt x="0" y="27517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6999592" y="3769227"/>
            <a:ext cx="6838134" cy="8339187"/>
          </a:xfrm>
          <a:custGeom>
            <a:avLst/>
            <a:gdLst/>
            <a:ahLst/>
            <a:cxnLst/>
            <a:rect l="l" t="t" r="r" b="b"/>
            <a:pathLst>
              <a:path w="6838134" h="8339187">
                <a:moveTo>
                  <a:pt x="0" y="0"/>
                </a:moveTo>
                <a:lnTo>
                  <a:pt x="6838134" y="0"/>
                </a:lnTo>
                <a:lnTo>
                  <a:pt x="6838134" y="8339187"/>
                </a:lnTo>
                <a:lnTo>
                  <a:pt x="0" y="83391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2545656" y="5354032"/>
            <a:ext cx="3308502" cy="3312643"/>
          </a:xfrm>
          <a:custGeom>
            <a:avLst/>
            <a:gdLst/>
            <a:ahLst/>
            <a:cxnLst/>
            <a:rect l="l" t="t" r="r" b="b"/>
            <a:pathLst>
              <a:path w="3308502" h="3312643">
                <a:moveTo>
                  <a:pt x="0" y="0"/>
                </a:moveTo>
                <a:lnTo>
                  <a:pt x="3308502" y="0"/>
                </a:lnTo>
                <a:lnTo>
                  <a:pt x="3308502" y="3312644"/>
                </a:lnTo>
                <a:lnTo>
                  <a:pt x="0" y="331264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3550551" y="3922480"/>
            <a:ext cx="2617842" cy="2621118"/>
          </a:xfrm>
          <a:custGeom>
            <a:avLst/>
            <a:gdLst/>
            <a:ahLst/>
            <a:cxnLst/>
            <a:rect l="l" t="t" r="r" b="b"/>
            <a:pathLst>
              <a:path w="2617842" h="2621118">
                <a:moveTo>
                  <a:pt x="0" y="0"/>
                </a:moveTo>
                <a:lnTo>
                  <a:pt x="2617842" y="0"/>
                </a:lnTo>
                <a:lnTo>
                  <a:pt x="2617842" y="2621118"/>
                </a:lnTo>
                <a:lnTo>
                  <a:pt x="0" y="262111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5189058" y="2788666"/>
            <a:ext cx="1958670" cy="1961122"/>
          </a:xfrm>
          <a:custGeom>
            <a:avLst/>
            <a:gdLst/>
            <a:ahLst/>
            <a:cxnLst/>
            <a:rect l="l" t="t" r="r" b="b"/>
            <a:pathLst>
              <a:path w="1958670" h="1961122">
                <a:moveTo>
                  <a:pt x="0" y="0"/>
                </a:moveTo>
                <a:lnTo>
                  <a:pt x="1958670" y="0"/>
                </a:lnTo>
                <a:lnTo>
                  <a:pt x="1958670" y="1961122"/>
                </a:lnTo>
                <a:lnTo>
                  <a:pt x="0" y="196112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1879705" y="1827995"/>
            <a:ext cx="15290590" cy="15290590"/>
          </a:xfrm>
          <a:custGeom>
            <a:avLst/>
            <a:gdLst/>
            <a:ahLst/>
            <a:cxnLst/>
            <a:rect l="l" t="t" r="r" b="b"/>
            <a:pathLst>
              <a:path w="15290590" h="15290590">
                <a:moveTo>
                  <a:pt x="0" y="0"/>
                </a:moveTo>
                <a:lnTo>
                  <a:pt x="15290590" y="0"/>
                </a:lnTo>
                <a:lnTo>
                  <a:pt x="15290590" y="15290590"/>
                </a:lnTo>
                <a:lnTo>
                  <a:pt x="0" y="1529059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1068403" y="1068403"/>
            <a:ext cx="16913193" cy="16913193"/>
          </a:xfrm>
          <a:custGeom>
            <a:avLst/>
            <a:gdLst/>
            <a:ahLst/>
            <a:cxnLst/>
            <a:rect l="l" t="t" r="r" b="b"/>
            <a:pathLst>
              <a:path w="16913193" h="16913193">
                <a:moveTo>
                  <a:pt x="0" y="0"/>
                </a:moveTo>
                <a:lnTo>
                  <a:pt x="16913194" y="0"/>
                </a:lnTo>
                <a:lnTo>
                  <a:pt x="16913194" y="16913194"/>
                </a:lnTo>
                <a:lnTo>
                  <a:pt x="0" y="1691319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4859227" y="13203789"/>
            <a:ext cx="8662194" cy="2347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97"/>
              </a:lnSpc>
              <a:spcBef>
                <a:spcPct val="0"/>
              </a:spcBef>
            </a:pPr>
            <a:r>
              <a:rPr lang="en-US" sz="13712" spc="425">
                <a:gradFill>
                  <a:gsLst>
                    <a:gs pos="0">
                      <a:srgbClr val="785C3A">
                        <a:alpha val="100000"/>
                      </a:srgbClr>
                    </a:gs>
                    <a:gs pos="25000">
                      <a:srgbClr val="E2C29A">
                        <a:alpha val="100000"/>
                      </a:srgbClr>
                    </a:gs>
                    <a:gs pos="50000">
                      <a:srgbClr val="785C3A">
                        <a:alpha val="100000"/>
                      </a:srgbClr>
                    </a:gs>
                    <a:gs pos="75000">
                      <a:srgbClr val="AC8E68">
                        <a:alpha val="100000"/>
                      </a:srgbClr>
                    </a:gs>
                    <a:gs pos="100000">
                      <a:srgbClr val="785C3A">
                        <a:alpha val="100000"/>
                      </a:srgbClr>
                    </a:gs>
                  </a:gsLst>
                  <a:lin ang="5400000"/>
                </a:gradFill>
                <a:latin typeface="Yeseva One"/>
                <a:ea typeface="Yeseva One"/>
                <a:cs typeface="Yeseva One"/>
                <a:sym typeface="Yeseva One"/>
              </a:rPr>
              <a:t> </a:t>
            </a:r>
            <a:r>
              <a:rPr lang="en-US" sz="13712" spc="425">
                <a:gradFill>
                  <a:gsLst>
                    <a:gs pos="0">
                      <a:srgbClr val="8B806F">
                        <a:alpha val="100000"/>
                      </a:srgbClr>
                    </a:gs>
                    <a:gs pos="25000">
                      <a:srgbClr val="E8DECC">
                        <a:alpha val="100000"/>
                      </a:srgbClr>
                    </a:gs>
                    <a:gs pos="50000">
                      <a:srgbClr val="8B806F">
                        <a:alpha val="100000"/>
                      </a:srgbClr>
                    </a:gs>
                    <a:gs pos="75000">
                      <a:srgbClr val="B3AE9A">
                        <a:alpha val="100000"/>
                      </a:srgbClr>
                    </a:gs>
                    <a:gs pos="100000">
                      <a:srgbClr val="8D8C88">
                        <a:alpha val="100000"/>
                      </a:srgbClr>
                    </a:gs>
                  </a:gsLst>
                  <a:lin ang="5400000"/>
                </a:gradFill>
                <a:latin typeface="Yeseva One"/>
                <a:ea typeface="Yeseva One"/>
                <a:cs typeface="Yeseva One"/>
                <a:sym typeface="Yeseva One"/>
              </a:rPr>
              <a:t>Cine Roo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05000" y="1827995"/>
            <a:ext cx="15240000" cy="15240000"/>
          </a:xfrm>
          <a:custGeom>
            <a:avLst/>
            <a:gdLst/>
            <a:ahLst/>
            <a:cxnLst/>
            <a:rect l="l" t="t" r="r" b="b"/>
            <a:pathLst>
              <a:path w="15240000" h="15240000">
                <a:moveTo>
                  <a:pt x="0" y="0"/>
                </a:moveTo>
                <a:lnTo>
                  <a:pt x="15240000" y="0"/>
                </a:lnTo>
                <a:lnTo>
                  <a:pt x="15240000" y="15240000"/>
                </a:lnTo>
                <a:lnTo>
                  <a:pt x="0" y="1524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2910451" y="5374258"/>
            <a:ext cx="6614549" cy="95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113"/>
              </a:lnSpc>
            </a:pPr>
            <a:r>
              <a:rPr lang="en-US" sz="71993" b="1" spc="-1943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FF914D">
                        <a:alpha val="100000"/>
                      </a:srgbClr>
                    </a:gs>
                  </a:gsLst>
                  <a:lin ang="0"/>
                </a:gradFill>
                <a:latin typeface="Arimo Bold"/>
                <a:ea typeface="Arimo Bold"/>
                <a:cs typeface="Arimo Bold"/>
                <a:sym typeface="Arimo Bold"/>
              </a:rPr>
              <a:t>A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530451" y="5374258"/>
            <a:ext cx="6614549" cy="95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113"/>
              </a:lnSpc>
            </a:pPr>
            <a:r>
              <a:rPr lang="en-US" sz="71993" b="1" spc="-1943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5CE1E6">
                        <a:alpha val="100000"/>
                      </a:srgbClr>
                    </a:gs>
                  </a:gsLst>
                  <a:lin ang="0"/>
                </a:gradFill>
                <a:latin typeface="Arimo Bold"/>
                <a:ea typeface="Arimo Bold"/>
                <a:cs typeface="Arimo Bold"/>
                <a:sym typeface="Arimo Bold"/>
              </a:rPr>
              <a:t>S</a:t>
            </a:r>
          </a:p>
        </p:txBody>
      </p:sp>
      <p:sp>
        <p:nvSpPr>
          <p:cNvPr id="5" name="Freeform 5"/>
          <p:cNvSpPr/>
          <p:nvPr/>
        </p:nvSpPr>
        <p:spPr>
          <a:xfrm>
            <a:off x="10307846" y="6114797"/>
            <a:ext cx="3648047" cy="3648047"/>
          </a:xfrm>
          <a:custGeom>
            <a:avLst/>
            <a:gdLst/>
            <a:ahLst/>
            <a:cxnLst/>
            <a:rect l="l" t="t" r="r" b="b"/>
            <a:pathLst>
              <a:path w="3648047" h="3648047">
                <a:moveTo>
                  <a:pt x="0" y="0"/>
                </a:moveTo>
                <a:lnTo>
                  <a:pt x="3648048" y="0"/>
                </a:lnTo>
                <a:lnTo>
                  <a:pt x="3648048" y="3648047"/>
                </a:lnTo>
                <a:lnTo>
                  <a:pt x="0" y="36480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8424459" y="7768644"/>
            <a:ext cx="3988399" cy="3988399"/>
          </a:xfrm>
          <a:custGeom>
            <a:avLst/>
            <a:gdLst/>
            <a:ahLst/>
            <a:cxnLst/>
            <a:rect l="l" t="t" r="r" b="b"/>
            <a:pathLst>
              <a:path w="3988399" h="3988399">
                <a:moveTo>
                  <a:pt x="0" y="0"/>
                </a:moveTo>
                <a:lnTo>
                  <a:pt x="3988400" y="0"/>
                </a:lnTo>
                <a:lnTo>
                  <a:pt x="3988400" y="3988400"/>
                </a:lnTo>
                <a:lnTo>
                  <a:pt x="0" y="3988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7147728" y="6562954"/>
            <a:ext cx="2751733" cy="2751733"/>
          </a:xfrm>
          <a:custGeom>
            <a:avLst/>
            <a:gdLst/>
            <a:ahLst/>
            <a:cxnLst/>
            <a:rect l="l" t="t" r="r" b="b"/>
            <a:pathLst>
              <a:path w="2751733" h="2751733">
                <a:moveTo>
                  <a:pt x="0" y="0"/>
                </a:moveTo>
                <a:lnTo>
                  <a:pt x="2751733" y="0"/>
                </a:lnTo>
                <a:lnTo>
                  <a:pt x="2751733" y="2751733"/>
                </a:lnTo>
                <a:lnTo>
                  <a:pt x="0" y="27517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6999592" y="3769227"/>
            <a:ext cx="6838134" cy="8339187"/>
          </a:xfrm>
          <a:custGeom>
            <a:avLst/>
            <a:gdLst/>
            <a:ahLst/>
            <a:cxnLst/>
            <a:rect l="l" t="t" r="r" b="b"/>
            <a:pathLst>
              <a:path w="6838134" h="8339187">
                <a:moveTo>
                  <a:pt x="0" y="0"/>
                </a:moveTo>
                <a:lnTo>
                  <a:pt x="6838134" y="0"/>
                </a:lnTo>
                <a:lnTo>
                  <a:pt x="6838134" y="8339187"/>
                </a:lnTo>
                <a:lnTo>
                  <a:pt x="0" y="83391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2545656" y="5354032"/>
            <a:ext cx="3308502" cy="3312643"/>
          </a:xfrm>
          <a:custGeom>
            <a:avLst/>
            <a:gdLst/>
            <a:ahLst/>
            <a:cxnLst/>
            <a:rect l="l" t="t" r="r" b="b"/>
            <a:pathLst>
              <a:path w="3308502" h="3312643">
                <a:moveTo>
                  <a:pt x="0" y="0"/>
                </a:moveTo>
                <a:lnTo>
                  <a:pt x="3308502" y="0"/>
                </a:lnTo>
                <a:lnTo>
                  <a:pt x="3308502" y="3312644"/>
                </a:lnTo>
                <a:lnTo>
                  <a:pt x="0" y="331264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3550551" y="3922480"/>
            <a:ext cx="2617842" cy="2621118"/>
          </a:xfrm>
          <a:custGeom>
            <a:avLst/>
            <a:gdLst/>
            <a:ahLst/>
            <a:cxnLst/>
            <a:rect l="l" t="t" r="r" b="b"/>
            <a:pathLst>
              <a:path w="2617842" h="2621118">
                <a:moveTo>
                  <a:pt x="0" y="0"/>
                </a:moveTo>
                <a:lnTo>
                  <a:pt x="2617842" y="0"/>
                </a:lnTo>
                <a:lnTo>
                  <a:pt x="2617842" y="2621118"/>
                </a:lnTo>
                <a:lnTo>
                  <a:pt x="0" y="262111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5189058" y="2788666"/>
            <a:ext cx="1958670" cy="1961122"/>
          </a:xfrm>
          <a:custGeom>
            <a:avLst/>
            <a:gdLst/>
            <a:ahLst/>
            <a:cxnLst/>
            <a:rect l="l" t="t" r="r" b="b"/>
            <a:pathLst>
              <a:path w="1958670" h="1961122">
                <a:moveTo>
                  <a:pt x="0" y="0"/>
                </a:moveTo>
                <a:lnTo>
                  <a:pt x="1958670" y="0"/>
                </a:lnTo>
                <a:lnTo>
                  <a:pt x="1958670" y="1961122"/>
                </a:lnTo>
                <a:lnTo>
                  <a:pt x="0" y="196112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1879705" y="1827995"/>
            <a:ext cx="15290590" cy="15290590"/>
          </a:xfrm>
          <a:custGeom>
            <a:avLst/>
            <a:gdLst/>
            <a:ahLst/>
            <a:cxnLst/>
            <a:rect l="l" t="t" r="r" b="b"/>
            <a:pathLst>
              <a:path w="15290590" h="15290590">
                <a:moveTo>
                  <a:pt x="0" y="0"/>
                </a:moveTo>
                <a:lnTo>
                  <a:pt x="15290590" y="0"/>
                </a:lnTo>
                <a:lnTo>
                  <a:pt x="15290590" y="15290590"/>
                </a:lnTo>
                <a:lnTo>
                  <a:pt x="0" y="1529059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1068403" y="1068403"/>
            <a:ext cx="16913193" cy="16913193"/>
          </a:xfrm>
          <a:custGeom>
            <a:avLst/>
            <a:gdLst/>
            <a:ahLst/>
            <a:cxnLst/>
            <a:rect l="l" t="t" r="r" b="b"/>
            <a:pathLst>
              <a:path w="16913193" h="16913193">
                <a:moveTo>
                  <a:pt x="0" y="0"/>
                </a:moveTo>
                <a:lnTo>
                  <a:pt x="16913194" y="0"/>
                </a:lnTo>
                <a:lnTo>
                  <a:pt x="16913194" y="16913194"/>
                </a:lnTo>
                <a:lnTo>
                  <a:pt x="0" y="1691319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5078650" y="13203789"/>
            <a:ext cx="8223349" cy="2347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97"/>
              </a:lnSpc>
              <a:spcBef>
                <a:spcPct val="0"/>
              </a:spcBef>
            </a:pPr>
            <a:r>
              <a:rPr lang="en-US" sz="13712" spc="425">
                <a:gradFill>
                  <a:gsLst>
                    <a:gs pos="0">
                      <a:srgbClr val="858489">
                        <a:alpha val="100000"/>
                      </a:srgbClr>
                    </a:gs>
                    <a:gs pos="25000">
                      <a:srgbClr val="E7E4EF">
                        <a:alpha val="100000"/>
                      </a:srgbClr>
                    </a:gs>
                    <a:gs pos="50000">
                      <a:srgbClr val="858489">
                        <a:alpha val="100000"/>
                      </a:srgbClr>
                    </a:gs>
                    <a:gs pos="75000">
                      <a:srgbClr val="B9B9B9">
                        <a:alpha val="100000"/>
                      </a:srgbClr>
                    </a:gs>
                    <a:gs pos="100000">
                      <a:srgbClr val="858489">
                        <a:alpha val="100000"/>
                      </a:srgbClr>
                    </a:gs>
                  </a:gsLst>
                  <a:lin ang="5400000"/>
                </a:gradFill>
                <a:latin typeface="Yeseva One"/>
                <a:ea typeface="Yeseva One"/>
                <a:cs typeface="Yeseva One"/>
                <a:sym typeface="Yeseva One"/>
              </a:rPr>
              <a:t>EDU HUB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05000" y="1827995"/>
            <a:ext cx="15240000" cy="15240000"/>
          </a:xfrm>
          <a:custGeom>
            <a:avLst/>
            <a:gdLst/>
            <a:ahLst/>
            <a:cxnLst/>
            <a:rect l="l" t="t" r="r" b="b"/>
            <a:pathLst>
              <a:path w="15240000" h="15240000">
                <a:moveTo>
                  <a:pt x="0" y="0"/>
                </a:moveTo>
                <a:lnTo>
                  <a:pt x="15240000" y="0"/>
                </a:lnTo>
                <a:lnTo>
                  <a:pt x="15240000" y="15240000"/>
                </a:lnTo>
                <a:lnTo>
                  <a:pt x="0" y="1524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2910451" y="5374258"/>
            <a:ext cx="6614549" cy="95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113"/>
              </a:lnSpc>
            </a:pPr>
            <a:r>
              <a:rPr lang="en-US" sz="71993" b="1" spc="-1943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FF914D">
                        <a:alpha val="100000"/>
                      </a:srgbClr>
                    </a:gs>
                  </a:gsLst>
                  <a:lin ang="0"/>
                </a:gradFill>
                <a:latin typeface="Arimo Bold"/>
                <a:ea typeface="Arimo Bold"/>
                <a:cs typeface="Arimo Bold"/>
                <a:sym typeface="Arimo Bold"/>
              </a:rPr>
              <a:t>A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530451" y="5374258"/>
            <a:ext cx="6614549" cy="95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113"/>
              </a:lnSpc>
            </a:pPr>
            <a:r>
              <a:rPr lang="en-US" sz="71993" b="1" spc="-1943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5CE1E6">
                        <a:alpha val="100000"/>
                      </a:srgbClr>
                    </a:gs>
                  </a:gsLst>
                  <a:lin ang="0"/>
                </a:gradFill>
                <a:latin typeface="Arimo Bold"/>
                <a:ea typeface="Arimo Bold"/>
                <a:cs typeface="Arimo Bold"/>
                <a:sym typeface="Arimo Bold"/>
              </a:rPr>
              <a:t>S</a:t>
            </a:r>
          </a:p>
        </p:txBody>
      </p:sp>
      <p:sp>
        <p:nvSpPr>
          <p:cNvPr id="5" name="Freeform 5"/>
          <p:cNvSpPr/>
          <p:nvPr/>
        </p:nvSpPr>
        <p:spPr>
          <a:xfrm>
            <a:off x="10307846" y="6114797"/>
            <a:ext cx="3648047" cy="3648047"/>
          </a:xfrm>
          <a:custGeom>
            <a:avLst/>
            <a:gdLst/>
            <a:ahLst/>
            <a:cxnLst/>
            <a:rect l="l" t="t" r="r" b="b"/>
            <a:pathLst>
              <a:path w="3648047" h="3648047">
                <a:moveTo>
                  <a:pt x="0" y="0"/>
                </a:moveTo>
                <a:lnTo>
                  <a:pt x="3648048" y="0"/>
                </a:lnTo>
                <a:lnTo>
                  <a:pt x="3648048" y="3648047"/>
                </a:lnTo>
                <a:lnTo>
                  <a:pt x="0" y="36480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8424459" y="7768644"/>
            <a:ext cx="3988399" cy="3988399"/>
          </a:xfrm>
          <a:custGeom>
            <a:avLst/>
            <a:gdLst/>
            <a:ahLst/>
            <a:cxnLst/>
            <a:rect l="l" t="t" r="r" b="b"/>
            <a:pathLst>
              <a:path w="3988399" h="3988399">
                <a:moveTo>
                  <a:pt x="0" y="0"/>
                </a:moveTo>
                <a:lnTo>
                  <a:pt x="3988400" y="0"/>
                </a:lnTo>
                <a:lnTo>
                  <a:pt x="3988400" y="3988400"/>
                </a:lnTo>
                <a:lnTo>
                  <a:pt x="0" y="3988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7147728" y="6562954"/>
            <a:ext cx="2751733" cy="2751733"/>
          </a:xfrm>
          <a:custGeom>
            <a:avLst/>
            <a:gdLst/>
            <a:ahLst/>
            <a:cxnLst/>
            <a:rect l="l" t="t" r="r" b="b"/>
            <a:pathLst>
              <a:path w="2751733" h="2751733">
                <a:moveTo>
                  <a:pt x="0" y="0"/>
                </a:moveTo>
                <a:lnTo>
                  <a:pt x="2751733" y="0"/>
                </a:lnTo>
                <a:lnTo>
                  <a:pt x="2751733" y="2751733"/>
                </a:lnTo>
                <a:lnTo>
                  <a:pt x="0" y="27517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6999592" y="3769227"/>
            <a:ext cx="6838134" cy="8339187"/>
          </a:xfrm>
          <a:custGeom>
            <a:avLst/>
            <a:gdLst/>
            <a:ahLst/>
            <a:cxnLst/>
            <a:rect l="l" t="t" r="r" b="b"/>
            <a:pathLst>
              <a:path w="6838134" h="8339187">
                <a:moveTo>
                  <a:pt x="0" y="0"/>
                </a:moveTo>
                <a:lnTo>
                  <a:pt x="6838134" y="0"/>
                </a:lnTo>
                <a:lnTo>
                  <a:pt x="6838134" y="8339187"/>
                </a:lnTo>
                <a:lnTo>
                  <a:pt x="0" y="83391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2545656" y="5354032"/>
            <a:ext cx="3308502" cy="3312643"/>
          </a:xfrm>
          <a:custGeom>
            <a:avLst/>
            <a:gdLst/>
            <a:ahLst/>
            <a:cxnLst/>
            <a:rect l="l" t="t" r="r" b="b"/>
            <a:pathLst>
              <a:path w="3308502" h="3312643">
                <a:moveTo>
                  <a:pt x="0" y="0"/>
                </a:moveTo>
                <a:lnTo>
                  <a:pt x="3308502" y="0"/>
                </a:lnTo>
                <a:lnTo>
                  <a:pt x="3308502" y="3312644"/>
                </a:lnTo>
                <a:lnTo>
                  <a:pt x="0" y="331264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3550551" y="3922480"/>
            <a:ext cx="2617842" cy="2621118"/>
          </a:xfrm>
          <a:custGeom>
            <a:avLst/>
            <a:gdLst/>
            <a:ahLst/>
            <a:cxnLst/>
            <a:rect l="l" t="t" r="r" b="b"/>
            <a:pathLst>
              <a:path w="2617842" h="2621118">
                <a:moveTo>
                  <a:pt x="0" y="0"/>
                </a:moveTo>
                <a:lnTo>
                  <a:pt x="2617842" y="0"/>
                </a:lnTo>
                <a:lnTo>
                  <a:pt x="2617842" y="2621118"/>
                </a:lnTo>
                <a:lnTo>
                  <a:pt x="0" y="262111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5189058" y="2788666"/>
            <a:ext cx="1958670" cy="1961122"/>
          </a:xfrm>
          <a:custGeom>
            <a:avLst/>
            <a:gdLst/>
            <a:ahLst/>
            <a:cxnLst/>
            <a:rect l="l" t="t" r="r" b="b"/>
            <a:pathLst>
              <a:path w="1958670" h="1961122">
                <a:moveTo>
                  <a:pt x="0" y="0"/>
                </a:moveTo>
                <a:lnTo>
                  <a:pt x="1958670" y="0"/>
                </a:lnTo>
                <a:lnTo>
                  <a:pt x="1958670" y="1961122"/>
                </a:lnTo>
                <a:lnTo>
                  <a:pt x="0" y="196112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1879705" y="1827995"/>
            <a:ext cx="15290590" cy="15290590"/>
          </a:xfrm>
          <a:custGeom>
            <a:avLst/>
            <a:gdLst/>
            <a:ahLst/>
            <a:cxnLst/>
            <a:rect l="l" t="t" r="r" b="b"/>
            <a:pathLst>
              <a:path w="15290590" h="15290590">
                <a:moveTo>
                  <a:pt x="0" y="0"/>
                </a:moveTo>
                <a:lnTo>
                  <a:pt x="15290590" y="0"/>
                </a:lnTo>
                <a:lnTo>
                  <a:pt x="15290590" y="15290590"/>
                </a:lnTo>
                <a:lnTo>
                  <a:pt x="0" y="1529059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1068403" y="1068403"/>
            <a:ext cx="16913193" cy="16913193"/>
          </a:xfrm>
          <a:custGeom>
            <a:avLst/>
            <a:gdLst/>
            <a:ahLst/>
            <a:cxnLst/>
            <a:rect l="l" t="t" r="r" b="b"/>
            <a:pathLst>
              <a:path w="16913193" h="16913193">
                <a:moveTo>
                  <a:pt x="0" y="0"/>
                </a:moveTo>
                <a:lnTo>
                  <a:pt x="16913194" y="0"/>
                </a:lnTo>
                <a:lnTo>
                  <a:pt x="16913194" y="16913194"/>
                </a:lnTo>
                <a:lnTo>
                  <a:pt x="0" y="1691319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4615705" y="13070439"/>
            <a:ext cx="9818589" cy="23472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97"/>
              </a:lnSpc>
              <a:spcBef>
                <a:spcPct val="0"/>
              </a:spcBef>
            </a:pPr>
            <a:r>
              <a:rPr lang="en-US" sz="13712" spc="425">
                <a:gradFill>
                  <a:gsLst>
                    <a:gs pos="0">
                      <a:srgbClr val="873F1E">
                        <a:alpha val="100000"/>
                      </a:srgbClr>
                    </a:gs>
                    <a:gs pos="25000">
                      <a:srgbClr val="F9BBA3">
                        <a:alpha val="100000"/>
                      </a:srgbClr>
                    </a:gs>
                    <a:gs pos="50000">
                      <a:srgbClr val="873F1E">
                        <a:alpha val="100000"/>
                      </a:srgbClr>
                    </a:gs>
                    <a:gs pos="75000">
                      <a:srgbClr val="DD7B65">
                        <a:alpha val="100000"/>
                      </a:srgbClr>
                    </a:gs>
                    <a:gs pos="100000">
                      <a:srgbClr val="9E6449">
                        <a:alpha val="100000"/>
                      </a:srgbClr>
                    </a:gs>
                  </a:gsLst>
                  <a:lin ang="5400000"/>
                </a:gradFill>
                <a:latin typeface="Yeseva One"/>
                <a:ea typeface="Yeseva One"/>
                <a:cs typeface="Yeseva One"/>
                <a:sym typeface="Yeseva One"/>
              </a:rPr>
              <a:t>PRODUCTS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05000" y="1827995"/>
            <a:ext cx="15240000" cy="15240000"/>
          </a:xfrm>
          <a:custGeom>
            <a:avLst/>
            <a:gdLst/>
            <a:ahLst/>
            <a:cxnLst/>
            <a:rect l="l" t="t" r="r" b="b"/>
            <a:pathLst>
              <a:path w="15240000" h="15240000">
                <a:moveTo>
                  <a:pt x="0" y="0"/>
                </a:moveTo>
                <a:lnTo>
                  <a:pt x="15240000" y="0"/>
                </a:lnTo>
                <a:lnTo>
                  <a:pt x="15240000" y="15240000"/>
                </a:lnTo>
                <a:lnTo>
                  <a:pt x="0" y="1524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2910451" y="5374258"/>
            <a:ext cx="6614549" cy="95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113"/>
              </a:lnSpc>
            </a:pPr>
            <a:r>
              <a:rPr lang="en-US" sz="71993" b="1" spc="-1943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FF914D">
                        <a:alpha val="100000"/>
                      </a:srgbClr>
                    </a:gs>
                  </a:gsLst>
                  <a:lin ang="0"/>
                </a:gradFill>
                <a:latin typeface="Arimo Bold"/>
                <a:ea typeface="Arimo Bold"/>
                <a:cs typeface="Arimo Bold"/>
                <a:sym typeface="Arimo Bold"/>
              </a:rPr>
              <a:t>A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530451" y="5374258"/>
            <a:ext cx="6614549" cy="95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113"/>
              </a:lnSpc>
            </a:pPr>
            <a:r>
              <a:rPr lang="en-US" sz="71993" b="1" spc="-1943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5CE1E6">
                        <a:alpha val="100000"/>
                      </a:srgbClr>
                    </a:gs>
                  </a:gsLst>
                  <a:lin ang="0"/>
                </a:gradFill>
                <a:latin typeface="Arimo Bold"/>
                <a:ea typeface="Arimo Bold"/>
                <a:cs typeface="Arimo Bold"/>
                <a:sym typeface="Arimo Bold"/>
              </a:rPr>
              <a:t>S</a:t>
            </a:r>
          </a:p>
        </p:txBody>
      </p:sp>
      <p:sp>
        <p:nvSpPr>
          <p:cNvPr id="5" name="Freeform 5"/>
          <p:cNvSpPr/>
          <p:nvPr/>
        </p:nvSpPr>
        <p:spPr>
          <a:xfrm>
            <a:off x="10307846" y="6114797"/>
            <a:ext cx="3648047" cy="3648047"/>
          </a:xfrm>
          <a:custGeom>
            <a:avLst/>
            <a:gdLst/>
            <a:ahLst/>
            <a:cxnLst/>
            <a:rect l="l" t="t" r="r" b="b"/>
            <a:pathLst>
              <a:path w="3648047" h="3648047">
                <a:moveTo>
                  <a:pt x="0" y="0"/>
                </a:moveTo>
                <a:lnTo>
                  <a:pt x="3648048" y="0"/>
                </a:lnTo>
                <a:lnTo>
                  <a:pt x="3648048" y="3648047"/>
                </a:lnTo>
                <a:lnTo>
                  <a:pt x="0" y="36480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8424459" y="7768644"/>
            <a:ext cx="3988399" cy="3988399"/>
          </a:xfrm>
          <a:custGeom>
            <a:avLst/>
            <a:gdLst/>
            <a:ahLst/>
            <a:cxnLst/>
            <a:rect l="l" t="t" r="r" b="b"/>
            <a:pathLst>
              <a:path w="3988399" h="3988399">
                <a:moveTo>
                  <a:pt x="0" y="0"/>
                </a:moveTo>
                <a:lnTo>
                  <a:pt x="3988400" y="0"/>
                </a:lnTo>
                <a:lnTo>
                  <a:pt x="3988400" y="3988400"/>
                </a:lnTo>
                <a:lnTo>
                  <a:pt x="0" y="3988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7147728" y="6562954"/>
            <a:ext cx="2751733" cy="2751733"/>
          </a:xfrm>
          <a:custGeom>
            <a:avLst/>
            <a:gdLst/>
            <a:ahLst/>
            <a:cxnLst/>
            <a:rect l="l" t="t" r="r" b="b"/>
            <a:pathLst>
              <a:path w="2751733" h="2751733">
                <a:moveTo>
                  <a:pt x="0" y="0"/>
                </a:moveTo>
                <a:lnTo>
                  <a:pt x="2751733" y="0"/>
                </a:lnTo>
                <a:lnTo>
                  <a:pt x="2751733" y="2751733"/>
                </a:lnTo>
                <a:lnTo>
                  <a:pt x="0" y="27517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6999592" y="3769227"/>
            <a:ext cx="6838134" cy="8339187"/>
          </a:xfrm>
          <a:custGeom>
            <a:avLst/>
            <a:gdLst/>
            <a:ahLst/>
            <a:cxnLst/>
            <a:rect l="l" t="t" r="r" b="b"/>
            <a:pathLst>
              <a:path w="6838134" h="8339187">
                <a:moveTo>
                  <a:pt x="0" y="0"/>
                </a:moveTo>
                <a:lnTo>
                  <a:pt x="6838134" y="0"/>
                </a:lnTo>
                <a:lnTo>
                  <a:pt x="6838134" y="8339187"/>
                </a:lnTo>
                <a:lnTo>
                  <a:pt x="0" y="83391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2545656" y="5354032"/>
            <a:ext cx="3308502" cy="3312643"/>
          </a:xfrm>
          <a:custGeom>
            <a:avLst/>
            <a:gdLst/>
            <a:ahLst/>
            <a:cxnLst/>
            <a:rect l="l" t="t" r="r" b="b"/>
            <a:pathLst>
              <a:path w="3308502" h="3312643">
                <a:moveTo>
                  <a:pt x="0" y="0"/>
                </a:moveTo>
                <a:lnTo>
                  <a:pt x="3308502" y="0"/>
                </a:lnTo>
                <a:lnTo>
                  <a:pt x="3308502" y="3312644"/>
                </a:lnTo>
                <a:lnTo>
                  <a:pt x="0" y="331264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3550551" y="3922480"/>
            <a:ext cx="2617842" cy="2621118"/>
          </a:xfrm>
          <a:custGeom>
            <a:avLst/>
            <a:gdLst/>
            <a:ahLst/>
            <a:cxnLst/>
            <a:rect l="l" t="t" r="r" b="b"/>
            <a:pathLst>
              <a:path w="2617842" h="2621118">
                <a:moveTo>
                  <a:pt x="0" y="0"/>
                </a:moveTo>
                <a:lnTo>
                  <a:pt x="2617842" y="0"/>
                </a:lnTo>
                <a:lnTo>
                  <a:pt x="2617842" y="2621118"/>
                </a:lnTo>
                <a:lnTo>
                  <a:pt x="0" y="262111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5189058" y="2788666"/>
            <a:ext cx="1958670" cy="1961122"/>
          </a:xfrm>
          <a:custGeom>
            <a:avLst/>
            <a:gdLst/>
            <a:ahLst/>
            <a:cxnLst/>
            <a:rect l="l" t="t" r="r" b="b"/>
            <a:pathLst>
              <a:path w="1958670" h="1961122">
                <a:moveTo>
                  <a:pt x="0" y="0"/>
                </a:moveTo>
                <a:lnTo>
                  <a:pt x="1958670" y="0"/>
                </a:lnTo>
                <a:lnTo>
                  <a:pt x="1958670" y="1961122"/>
                </a:lnTo>
                <a:lnTo>
                  <a:pt x="0" y="196112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1879705" y="1827995"/>
            <a:ext cx="15290590" cy="15290590"/>
          </a:xfrm>
          <a:custGeom>
            <a:avLst/>
            <a:gdLst/>
            <a:ahLst/>
            <a:cxnLst/>
            <a:rect l="l" t="t" r="r" b="b"/>
            <a:pathLst>
              <a:path w="15290590" h="15290590">
                <a:moveTo>
                  <a:pt x="0" y="0"/>
                </a:moveTo>
                <a:lnTo>
                  <a:pt x="15290590" y="0"/>
                </a:lnTo>
                <a:lnTo>
                  <a:pt x="15290590" y="15290590"/>
                </a:lnTo>
                <a:lnTo>
                  <a:pt x="0" y="1529059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1068403" y="1068403"/>
            <a:ext cx="16913193" cy="16913193"/>
          </a:xfrm>
          <a:custGeom>
            <a:avLst/>
            <a:gdLst/>
            <a:ahLst/>
            <a:cxnLst/>
            <a:rect l="l" t="t" r="r" b="b"/>
            <a:pathLst>
              <a:path w="16913193" h="16913193">
                <a:moveTo>
                  <a:pt x="0" y="0"/>
                </a:moveTo>
                <a:lnTo>
                  <a:pt x="16913194" y="0"/>
                </a:lnTo>
                <a:lnTo>
                  <a:pt x="16913194" y="16913194"/>
                </a:lnTo>
                <a:lnTo>
                  <a:pt x="0" y="1691319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5317232" y="13689564"/>
            <a:ext cx="8415536" cy="1909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03"/>
              </a:lnSpc>
              <a:spcBef>
                <a:spcPct val="0"/>
              </a:spcBef>
            </a:pPr>
            <a:r>
              <a:rPr lang="en-US" sz="11073" spc="343">
                <a:gradFill>
                  <a:gsLst>
                    <a:gs pos="0">
                      <a:srgbClr val="013E6A">
                        <a:alpha val="100000"/>
                      </a:srgbClr>
                    </a:gs>
                    <a:gs pos="25000">
                      <a:srgbClr val="43D1FF">
                        <a:alpha val="100000"/>
                      </a:srgbClr>
                    </a:gs>
                    <a:gs pos="50000">
                      <a:srgbClr val="013E6A">
                        <a:alpha val="100000"/>
                      </a:srgbClr>
                    </a:gs>
                    <a:gs pos="75000">
                      <a:srgbClr val="419AD6">
                        <a:alpha val="100000"/>
                      </a:srgbClr>
                    </a:gs>
                    <a:gs pos="100000">
                      <a:srgbClr val="01186A">
                        <a:alpha val="100000"/>
                      </a:srgbClr>
                    </a:gs>
                  </a:gsLst>
                  <a:lin ang="5400000"/>
                </a:gradFill>
                <a:latin typeface="Yeseva One"/>
                <a:ea typeface="Yeseva One"/>
                <a:cs typeface="Yeseva One"/>
                <a:sym typeface="Yeseva One"/>
              </a:rPr>
              <a:t>MINI MART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05000" y="1827995"/>
            <a:ext cx="15240000" cy="15240000"/>
          </a:xfrm>
          <a:custGeom>
            <a:avLst/>
            <a:gdLst/>
            <a:ahLst/>
            <a:cxnLst/>
            <a:rect l="l" t="t" r="r" b="b"/>
            <a:pathLst>
              <a:path w="15240000" h="15240000">
                <a:moveTo>
                  <a:pt x="0" y="0"/>
                </a:moveTo>
                <a:lnTo>
                  <a:pt x="15240000" y="0"/>
                </a:lnTo>
                <a:lnTo>
                  <a:pt x="15240000" y="15240000"/>
                </a:lnTo>
                <a:lnTo>
                  <a:pt x="0" y="1524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2910451" y="5374258"/>
            <a:ext cx="6614549" cy="95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113"/>
              </a:lnSpc>
            </a:pPr>
            <a:r>
              <a:rPr lang="en-US" sz="71993" b="1" spc="-1943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FF914D">
                        <a:alpha val="100000"/>
                      </a:srgbClr>
                    </a:gs>
                  </a:gsLst>
                  <a:lin ang="0"/>
                </a:gradFill>
                <a:latin typeface="Arimo Bold"/>
                <a:ea typeface="Arimo Bold"/>
                <a:cs typeface="Arimo Bold"/>
                <a:sym typeface="Arimo Bold"/>
              </a:rPr>
              <a:t>A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530451" y="5374258"/>
            <a:ext cx="6614549" cy="95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113"/>
              </a:lnSpc>
            </a:pPr>
            <a:r>
              <a:rPr lang="en-US" sz="71993" b="1" spc="-1943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5CE1E6">
                        <a:alpha val="100000"/>
                      </a:srgbClr>
                    </a:gs>
                  </a:gsLst>
                  <a:lin ang="0"/>
                </a:gradFill>
                <a:latin typeface="Arimo Bold"/>
                <a:ea typeface="Arimo Bold"/>
                <a:cs typeface="Arimo Bold"/>
                <a:sym typeface="Arimo Bold"/>
              </a:rPr>
              <a:t>S</a:t>
            </a:r>
          </a:p>
        </p:txBody>
      </p:sp>
      <p:sp>
        <p:nvSpPr>
          <p:cNvPr id="5" name="Freeform 5"/>
          <p:cNvSpPr/>
          <p:nvPr/>
        </p:nvSpPr>
        <p:spPr>
          <a:xfrm>
            <a:off x="10307846" y="6114797"/>
            <a:ext cx="3648047" cy="3648047"/>
          </a:xfrm>
          <a:custGeom>
            <a:avLst/>
            <a:gdLst/>
            <a:ahLst/>
            <a:cxnLst/>
            <a:rect l="l" t="t" r="r" b="b"/>
            <a:pathLst>
              <a:path w="3648047" h="3648047">
                <a:moveTo>
                  <a:pt x="0" y="0"/>
                </a:moveTo>
                <a:lnTo>
                  <a:pt x="3648048" y="0"/>
                </a:lnTo>
                <a:lnTo>
                  <a:pt x="3648048" y="3648047"/>
                </a:lnTo>
                <a:lnTo>
                  <a:pt x="0" y="36480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8424459" y="7768644"/>
            <a:ext cx="3988399" cy="3988399"/>
          </a:xfrm>
          <a:custGeom>
            <a:avLst/>
            <a:gdLst/>
            <a:ahLst/>
            <a:cxnLst/>
            <a:rect l="l" t="t" r="r" b="b"/>
            <a:pathLst>
              <a:path w="3988399" h="3988399">
                <a:moveTo>
                  <a:pt x="0" y="0"/>
                </a:moveTo>
                <a:lnTo>
                  <a:pt x="3988400" y="0"/>
                </a:lnTo>
                <a:lnTo>
                  <a:pt x="3988400" y="3988400"/>
                </a:lnTo>
                <a:lnTo>
                  <a:pt x="0" y="3988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7147728" y="6562954"/>
            <a:ext cx="2751733" cy="2751733"/>
          </a:xfrm>
          <a:custGeom>
            <a:avLst/>
            <a:gdLst/>
            <a:ahLst/>
            <a:cxnLst/>
            <a:rect l="l" t="t" r="r" b="b"/>
            <a:pathLst>
              <a:path w="2751733" h="2751733">
                <a:moveTo>
                  <a:pt x="0" y="0"/>
                </a:moveTo>
                <a:lnTo>
                  <a:pt x="2751733" y="0"/>
                </a:lnTo>
                <a:lnTo>
                  <a:pt x="2751733" y="2751733"/>
                </a:lnTo>
                <a:lnTo>
                  <a:pt x="0" y="27517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6999592" y="3769227"/>
            <a:ext cx="6838134" cy="8339187"/>
          </a:xfrm>
          <a:custGeom>
            <a:avLst/>
            <a:gdLst/>
            <a:ahLst/>
            <a:cxnLst/>
            <a:rect l="l" t="t" r="r" b="b"/>
            <a:pathLst>
              <a:path w="6838134" h="8339187">
                <a:moveTo>
                  <a:pt x="0" y="0"/>
                </a:moveTo>
                <a:lnTo>
                  <a:pt x="6838134" y="0"/>
                </a:lnTo>
                <a:lnTo>
                  <a:pt x="6838134" y="8339187"/>
                </a:lnTo>
                <a:lnTo>
                  <a:pt x="0" y="83391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2545656" y="5354032"/>
            <a:ext cx="3308502" cy="3312643"/>
          </a:xfrm>
          <a:custGeom>
            <a:avLst/>
            <a:gdLst/>
            <a:ahLst/>
            <a:cxnLst/>
            <a:rect l="l" t="t" r="r" b="b"/>
            <a:pathLst>
              <a:path w="3308502" h="3312643">
                <a:moveTo>
                  <a:pt x="0" y="0"/>
                </a:moveTo>
                <a:lnTo>
                  <a:pt x="3308502" y="0"/>
                </a:lnTo>
                <a:lnTo>
                  <a:pt x="3308502" y="3312644"/>
                </a:lnTo>
                <a:lnTo>
                  <a:pt x="0" y="331264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3550551" y="3922480"/>
            <a:ext cx="2617842" cy="2621118"/>
          </a:xfrm>
          <a:custGeom>
            <a:avLst/>
            <a:gdLst/>
            <a:ahLst/>
            <a:cxnLst/>
            <a:rect l="l" t="t" r="r" b="b"/>
            <a:pathLst>
              <a:path w="2617842" h="2621118">
                <a:moveTo>
                  <a:pt x="0" y="0"/>
                </a:moveTo>
                <a:lnTo>
                  <a:pt x="2617842" y="0"/>
                </a:lnTo>
                <a:lnTo>
                  <a:pt x="2617842" y="2621118"/>
                </a:lnTo>
                <a:lnTo>
                  <a:pt x="0" y="262111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5189058" y="2788666"/>
            <a:ext cx="1958670" cy="1961122"/>
          </a:xfrm>
          <a:custGeom>
            <a:avLst/>
            <a:gdLst/>
            <a:ahLst/>
            <a:cxnLst/>
            <a:rect l="l" t="t" r="r" b="b"/>
            <a:pathLst>
              <a:path w="1958670" h="1961122">
                <a:moveTo>
                  <a:pt x="0" y="0"/>
                </a:moveTo>
                <a:lnTo>
                  <a:pt x="1958670" y="0"/>
                </a:lnTo>
                <a:lnTo>
                  <a:pt x="1958670" y="1961122"/>
                </a:lnTo>
                <a:lnTo>
                  <a:pt x="0" y="196112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1879705" y="1827995"/>
            <a:ext cx="15290590" cy="15290590"/>
          </a:xfrm>
          <a:custGeom>
            <a:avLst/>
            <a:gdLst/>
            <a:ahLst/>
            <a:cxnLst/>
            <a:rect l="l" t="t" r="r" b="b"/>
            <a:pathLst>
              <a:path w="15290590" h="15290590">
                <a:moveTo>
                  <a:pt x="0" y="0"/>
                </a:moveTo>
                <a:lnTo>
                  <a:pt x="15290590" y="0"/>
                </a:lnTo>
                <a:lnTo>
                  <a:pt x="15290590" y="15290590"/>
                </a:lnTo>
                <a:lnTo>
                  <a:pt x="0" y="1529059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1068403" y="1068403"/>
            <a:ext cx="16913193" cy="16913193"/>
          </a:xfrm>
          <a:custGeom>
            <a:avLst/>
            <a:gdLst/>
            <a:ahLst/>
            <a:cxnLst/>
            <a:rect l="l" t="t" r="r" b="b"/>
            <a:pathLst>
              <a:path w="16913193" h="16913193">
                <a:moveTo>
                  <a:pt x="0" y="0"/>
                </a:moveTo>
                <a:lnTo>
                  <a:pt x="16913194" y="0"/>
                </a:lnTo>
                <a:lnTo>
                  <a:pt x="16913194" y="16913194"/>
                </a:lnTo>
                <a:lnTo>
                  <a:pt x="0" y="1691319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4564112" y="13241889"/>
            <a:ext cx="9921776" cy="1909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03"/>
              </a:lnSpc>
              <a:spcBef>
                <a:spcPct val="0"/>
              </a:spcBef>
            </a:pPr>
            <a:r>
              <a:rPr lang="en-US" sz="11073" spc="343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5CE1E6">
                        <a:alpha val="100000"/>
                      </a:srgbClr>
                    </a:gs>
                  </a:gsLst>
                  <a:lin ang="0"/>
                </a:gradFill>
                <a:latin typeface="Yeseva One"/>
                <a:ea typeface="Yeseva One"/>
                <a:cs typeface="Yeseva One"/>
                <a:sym typeface="Yeseva One"/>
              </a:rPr>
              <a:t>INSTERGRAM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05000" y="1827995"/>
            <a:ext cx="15240000" cy="15240000"/>
          </a:xfrm>
          <a:custGeom>
            <a:avLst/>
            <a:gdLst/>
            <a:ahLst/>
            <a:cxnLst/>
            <a:rect l="l" t="t" r="r" b="b"/>
            <a:pathLst>
              <a:path w="15240000" h="15240000">
                <a:moveTo>
                  <a:pt x="0" y="0"/>
                </a:moveTo>
                <a:lnTo>
                  <a:pt x="15240000" y="0"/>
                </a:lnTo>
                <a:lnTo>
                  <a:pt x="15240000" y="15240000"/>
                </a:lnTo>
                <a:lnTo>
                  <a:pt x="0" y="1524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2910451" y="5374258"/>
            <a:ext cx="6614549" cy="95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113"/>
              </a:lnSpc>
            </a:pPr>
            <a:r>
              <a:rPr lang="en-US" sz="71993" b="1" spc="-1943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FF914D">
                        <a:alpha val="100000"/>
                      </a:srgbClr>
                    </a:gs>
                  </a:gsLst>
                  <a:lin ang="0"/>
                </a:gradFill>
                <a:latin typeface="Arimo Bold"/>
                <a:ea typeface="Arimo Bold"/>
                <a:cs typeface="Arimo Bold"/>
                <a:sym typeface="Arimo Bold"/>
              </a:rPr>
              <a:t>A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530451" y="5374258"/>
            <a:ext cx="6614549" cy="95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113"/>
              </a:lnSpc>
            </a:pPr>
            <a:r>
              <a:rPr lang="en-US" sz="71993" b="1" spc="-1943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5CE1E6">
                        <a:alpha val="100000"/>
                      </a:srgbClr>
                    </a:gs>
                  </a:gsLst>
                  <a:lin ang="0"/>
                </a:gradFill>
                <a:latin typeface="Arimo Bold"/>
                <a:ea typeface="Arimo Bold"/>
                <a:cs typeface="Arimo Bold"/>
                <a:sym typeface="Arimo Bold"/>
              </a:rPr>
              <a:t>S</a:t>
            </a:r>
          </a:p>
        </p:txBody>
      </p:sp>
      <p:sp>
        <p:nvSpPr>
          <p:cNvPr id="5" name="Freeform 5"/>
          <p:cNvSpPr/>
          <p:nvPr/>
        </p:nvSpPr>
        <p:spPr>
          <a:xfrm>
            <a:off x="10307846" y="6114797"/>
            <a:ext cx="3648047" cy="3648047"/>
          </a:xfrm>
          <a:custGeom>
            <a:avLst/>
            <a:gdLst/>
            <a:ahLst/>
            <a:cxnLst/>
            <a:rect l="l" t="t" r="r" b="b"/>
            <a:pathLst>
              <a:path w="3648047" h="3648047">
                <a:moveTo>
                  <a:pt x="0" y="0"/>
                </a:moveTo>
                <a:lnTo>
                  <a:pt x="3648048" y="0"/>
                </a:lnTo>
                <a:lnTo>
                  <a:pt x="3648048" y="3648047"/>
                </a:lnTo>
                <a:lnTo>
                  <a:pt x="0" y="36480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8424459" y="7768644"/>
            <a:ext cx="3988399" cy="3988399"/>
          </a:xfrm>
          <a:custGeom>
            <a:avLst/>
            <a:gdLst/>
            <a:ahLst/>
            <a:cxnLst/>
            <a:rect l="l" t="t" r="r" b="b"/>
            <a:pathLst>
              <a:path w="3988399" h="3988399">
                <a:moveTo>
                  <a:pt x="0" y="0"/>
                </a:moveTo>
                <a:lnTo>
                  <a:pt x="3988400" y="0"/>
                </a:lnTo>
                <a:lnTo>
                  <a:pt x="3988400" y="3988400"/>
                </a:lnTo>
                <a:lnTo>
                  <a:pt x="0" y="3988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7147728" y="6562954"/>
            <a:ext cx="2751733" cy="2751733"/>
          </a:xfrm>
          <a:custGeom>
            <a:avLst/>
            <a:gdLst/>
            <a:ahLst/>
            <a:cxnLst/>
            <a:rect l="l" t="t" r="r" b="b"/>
            <a:pathLst>
              <a:path w="2751733" h="2751733">
                <a:moveTo>
                  <a:pt x="0" y="0"/>
                </a:moveTo>
                <a:lnTo>
                  <a:pt x="2751733" y="0"/>
                </a:lnTo>
                <a:lnTo>
                  <a:pt x="2751733" y="2751733"/>
                </a:lnTo>
                <a:lnTo>
                  <a:pt x="0" y="27517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6999592" y="3769227"/>
            <a:ext cx="6838134" cy="8339187"/>
          </a:xfrm>
          <a:custGeom>
            <a:avLst/>
            <a:gdLst/>
            <a:ahLst/>
            <a:cxnLst/>
            <a:rect l="l" t="t" r="r" b="b"/>
            <a:pathLst>
              <a:path w="6838134" h="8339187">
                <a:moveTo>
                  <a:pt x="0" y="0"/>
                </a:moveTo>
                <a:lnTo>
                  <a:pt x="6838134" y="0"/>
                </a:lnTo>
                <a:lnTo>
                  <a:pt x="6838134" y="8339187"/>
                </a:lnTo>
                <a:lnTo>
                  <a:pt x="0" y="83391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2545656" y="5354032"/>
            <a:ext cx="3308502" cy="3312643"/>
          </a:xfrm>
          <a:custGeom>
            <a:avLst/>
            <a:gdLst/>
            <a:ahLst/>
            <a:cxnLst/>
            <a:rect l="l" t="t" r="r" b="b"/>
            <a:pathLst>
              <a:path w="3308502" h="3312643">
                <a:moveTo>
                  <a:pt x="0" y="0"/>
                </a:moveTo>
                <a:lnTo>
                  <a:pt x="3308502" y="0"/>
                </a:lnTo>
                <a:lnTo>
                  <a:pt x="3308502" y="3312644"/>
                </a:lnTo>
                <a:lnTo>
                  <a:pt x="0" y="331264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3550551" y="3922480"/>
            <a:ext cx="2617842" cy="2621118"/>
          </a:xfrm>
          <a:custGeom>
            <a:avLst/>
            <a:gdLst/>
            <a:ahLst/>
            <a:cxnLst/>
            <a:rect l="l" t="t" r="r" b="b"/>
            <a:pathLst>
              <a:path w="2617842" h="2621118">
                <a:moveTo>
                  <a:pt x="0" y="0"/>
                </a:moveTo>
                <a:lnTo>
                  <a:pt x="2617842" y="0"/>
                </a:lnTo>
                <a:lnTo>
                  <a:pt x="2617842" y="2621118"/>
                </a:lnTo>
                <a:lnTo>
                  <a:pt x="0" y="262111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5189058" y="2788666"/>
            <a:ext cx="1958670" cy="1961122"/>
          </a:xfrm>
          <a:custGeom>
            <a:avLst/>
            <a:gdLst/>
            <a:ahLst/>
            <a:cxnLst/>
            <a:rect l="l" t="t" r="r" b="b"/>
            <a:pathLst>
              <a:path w="1958670" h="1961122">
                <a:moveTo>
                  <a:pt x="0" y="0"/>
                </a:moveTo>
                <a:lnTo>
                  <a:pt x="1958670" y="0"/>
                </a:lnTo>
                <a:lnTo>
                  <a:pt x="1958670" y="1961122"/>
                </a:lnTo>
                <a:lnTo>
                  <a:pt x="0" y="196112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1879705" y="1827995"/>
            <a:ext cx="15290590" cy="15290590"/>
          </a:xfrm>
          <a:custGeom>
            <a:avLst/>
            <a:gdLst/>
            <a:ahLst/>
            <a:cxnLst/>
            <a:rect l="l" t="t" r="r" b="b"/>
            <a:pathLst>
              <a:path w="15290590" h="15290590">
                <a:moveTo>
                  <a:pt x="0" y="0"/>
                </a:moveTo>
                <a:lnTo>
                  <a:pt x="15290590" y="0"/>
                </a:lnTo>
                <a:lnTo>
                  <a:pt x="15290590" y="15290590"/>
                </a:lnTo>
                <a:lnTo>
                  <a:pt x="0" y="1529059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1068403" y="1068403"/>
            <a:ext cx="16913193" cy="16913193"/>
          </a:xfrm>
          <a:custGeom>
            <a:avLst/>
            <a:gdLst/>
            <a:ahLst/>
            <a:cxnLst/>
            <a:rect l="l" t="t" r="r" b="b"/>
            <a:pathLst>
              <a:path w="16913193" h="16913193">
                <a:moveTo>
                  <a:pt x="0" y="0"/>
                </a:moveTo>
                <a:lnTo>
                  <a:pt x="16913194" y="0"/>
                </a:lnTo>
                <a:lnTo>
                  <a:pt x="16913194" y="16913194"/>
                </a:lnTo>
                <a:lnTo>
                  <a:pt x="0" y="1691319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5591423" y="13689564"/>
            <a:ext cx="7867154" cy="1909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503"/>
              </a:lnSpc>
              <a:spcBef>
                <a:spcPct val="0"/>
              </a:spcBef>
            </a:pPr>
            <a:r>
              <a:rPr lang="en-US" sz="11073" spc="343">
                <a:gradFill>
                  <a:gsLst>
                    <a:gs pos="0">
                      <a:srgbClr val="B77480">
                        <a:alpha val="100000"/>
                      </a:srgbClr>
                    </a:gs>
                    <a:gs pos="25000">
                      <a:srgbClr val="FEAAA0">
                        <a:alpha val="100000"/>
                      </a:srgbClr>
                    </a:gs>
                    <a:gs pos="50000">
                      <a:srgbClr val="B77480">
                        <a:alpha val="100000"/>
                      </a:srgbClr>
                    </a:gs>
                    <a:gs pos="75000">
                      <a:srgbClr val="F7E8C9">
                        <a:alpha val="100000"/>
                      </a:srgbClr>
                    </a:gs>
                    <a:gs pos="100000">
                      <a:srgbClr val="B77480">
                        <a:alpha val="100000"/>
                      </a:srgbClr>
                    </a:gs>
                  </a:gsLst>
                  <a:lin ang="16200000"/>
                </a:gradFill>
                <a:latin typeface="Yeseva One"/>
                <a:ea typeface="Yeseva One"/>
                <a:cs typeface="Yeseva One"/>
                <a:sym typeface="Yeseva One"/>
              </a:rPr>
              <a:t>YOU TUBE</a:t>
            </a:r>
            <a:r>
              <a:rPr lang="en-US" sz="11073" spc="343">
                <a:gradFill>
                  <a:gsLst>
                    <a:gs pos="0">
                      <a:srgbClr val="013E6A">
                        <a:alpha val="100000"/>
                      </a:srgbClr>
                    </a:gs>
                    <a:gs pos="25000">
                      <a:srgbClr val="43D1FF">
                        <a:alpha val="100000"/>
                      </a:srgbClr>
                    </a:gs>
                    <a:gs pos="50000">
                      <a:srgbClr val="013E6A">
                        <a:alpha val="100000"/>
                      </a:srgbClr>
                    </a:gs>
                    <a:gs pos="75000">
                      <a:srgbClr val="419AD6">
                        <a:alpha val="100000"/>
                      </a:srgbClr>
                    </a:gs>
                    <a:gs pos="100000">
                      <a:srgbClr val="01186A">
                        <a:alpha val="100000"/>
                      </a:srgbClr>
                    </a:gs>
                  </a:gsLst>
                  <a:lin ang="5400000"/>
                </a:gradFill>
                <a:latin typeface="Yeseva One"/>
                <a:ea typeface="Yeseva One"/>
                <a:cs typeface="Yeseva One"/>
                <a:sym typeface="Yeseva One"/>
              </a:rPr>
              <a:t>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05000" y="1827995"/>
            <a:ext cx="15240000" cy="15240000"/>
          </a:xfrm>
          <a:custGeom>
            <a:avLst/>
            <a:gdLst/>
            <a:ahLst/>
            <a:cxnLst/>
            <a:rect l="l" t="t" r="r" b="b"/>
            <a:pathLst>
              <a:path w="15240000" h="15240000">
                <a:moveTo>
                  <a:pt x="0" y="0"/>
                </a:moveTo>
                <a:lnTo>
                  <a:pt x="15240000" y="0"/>
                </a:lnTo>
                <a:lnTo>
                  <a:pt x="15240000" y="15240000"/>
                </a:lnTo>
                <a:lnTo>
                  <a:pt x="0" y="1524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2910451" y="5374258"/>
            <a:ext cx="6614549" cy="95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113"/>
              </a:lnSpc>
            </a:pPr>
            <a:r>
              <a:rPr lang="en-US" sz="71993" b="1" spc="-1943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FF914D">
                        <a:alpha val="100000"/>
                      </a:srgbClr>
                    </a:gs>
                  </a:gsLst>
                  <a:lin ang="0"/>
                </a:gradFill>
                <a:latin typeface="Arimo Bold"/>
                <a:ea typeface="Arimo Bold"/>
                <a:cs typeface="Arimo Bold"/>
                <a:sym typeface="Arimo Bold"/>
              </a:rPr>
              <a:t>A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530451" y="5374258"/>
            <a:ext cx="6614549" cy="95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113"/>
              </a:lnSpc>
            </a:pPr>
            <a:r>
              <a:rPr lang="en-US" sz="71993" b="1" spc="-1943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5CE1E6">
                        <a:alpha val="100000"/>
                      </a:srgbClr>
                    </a:gs>
                  </a:gsLst>
                  <a:lin ang="0"/>
                </a:gradFill>
                <a:latin typeface="Arimo Bold"/>
                <a:ea typeface="Arimo Bold"/>
                <a:cs typeface="Arimo Bold"/>
                <a:sym typeface="Arimo Bold"/>
              </a:rPr>
              <a:t>S</a:t>
            </a:r>
          </a:p>
        </p:txBody>
      </p:sp>
      <p:sp>
        <p:nvSpPr>
          <p:cNvPr id="5" name="Freeform 5"/>
          <p:cNvSpPr/>
          <p:nvPr/>
        </p:nvSpPr>
        <p:spPr>
          <a:xfrm>
            <a:off x="10307846" y="6114797"/>
            <a:ext cx="3648047" cy="3648047"/>
          </a:xfrm>
          <a:custGeom>
            <a:avLst/>
            <a:gdLst/>
            <a:ahLst/>
            <a:cxnLst/>
            <a:rect l="l" t="t" r="r" b="b"/>
            <a:pathLst>
              <a:path w="3648047" h="3648047">
                <a:moveTo>
                  <a:pt x="0" y="0"/>
                </a:moveTo>
                <a:lnTo>
                  <a:pt x="3648048" y="0"/>
                </a:lnTo>
                <a:lnTo>
                  <a:pt x="3648048" y="3648047"/>
                </a:lnTo>
                <a:lnTo>
                  <a:pt x="0" y="36480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8424459" y="7768644"/>
            <a:ext cx="3988399" cy="3988399"/>
          </a:xfrm>
          <a:custGeom>
            <a:avLst/>
            <a:gdLst/>
            <a:ahLst/>
            <a:cxnLst/>
            <a:rect l="l" t="t" r="r" b="b"/>
            <a:pathLst>
              <a:path w="3988399" h="3988399">
                <a:moveTo>
                  <a:pt x="0" y="0"/>
                </a:moveTo>
                <a:lnTo>
                  <a:pt x="3988400" y="0"/>
                </a:lnTo>
                <a:lnTo>
                  <a:pt x="3988400" y="3988400"/>
                </a:lnTo>
                <a:lnTo>
                  <a:pt x="0" y="3988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7147728" y="6562954"/>
            <a:ext cx="2751733" cy="2751733"/>
          </a:xfrm>
          <a:custGeom>
            <a:avLst/>
            <a:gdLst/>
            <a:ahLst/>
            <a:cxnLst/>
            <a:rect l="l" t="t" r="r" b="b"/>
            <a:pathLst>
              <a:path w="2751733" h="2751733">
                <a:moveTo>
                  <a:pt x="0" y="0"/>
                </a:moveTo>
                <a:lnTo>
                  <a:pt x="2751733" y="0"/>
                </a:lnTo>
                <a:lnTo>
                  <a:pt x="2751733" y="2751733"/>
                </a:lnTo>
                <a:lnTo>
                  <a:pt x="0" y="27517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6999592" y="3769227"/>
            <a:ext cx="6838134" cy="8339187"/>
          </a:xfrm>
          <a:custGeom>
            <a:avLst/>
            <a:gdLst/>
            <a:ahLst/>
            <a:cxnLst/>
            <a:rect l="l" t="t" r="r" b="b"/>
            <a:pathLst>
              <a:path w="6838134" h="8339187">
                <a:moveTo>
                  <a:pt x="0" y="0"/>
                </a:moveTo>
                <a:lnTo>
                  <a:pt x="6838134" y="0"/>
                </a:lnTo>
                <a:lnTo>
                  <a:pt x="6838134" y="8339187"/>
                </a:lnTo>
                <a:lnTo>
                  <a:pt x="0" y="83391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2545656" y="5354032"/>
            <a:ext cx="3308502" cy="3312643"/>
          </a:xfrm>
          <a:custGeom>
            <a:avLst/>
            <a:gdLst/>
            <a:ahLst/>
            <a:cxnLst/>
            <a:rect l="l" t="t" r="r" b="b"/>
            <a:pathLst>
              <a:path w="3308502" h="3312643">
                <a:moveTo>
                  <a:pt x="0" y="0"/>
                </a:moveTo>
                <a:lnTo>
                  <a:pt x="3308502" y="0"/>
                </a:lnTo>
                <a:lnTo>
                  <a:pt x="3308502" y="3312644"/>
                </a:lnTo>
                <a:lnTo>
                  <a:pt x="0" y="331264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3550551" y="3922480"/>
            <a:ext cx="2617842" cy="2621118"/>
          </a:xfrm>
          <a:custGeom>
            <a:avLst/>
            <a:gdLst/>
            <a:ahLst/>
            <a:cxnLst/>
            <a:rect l="l" t="t" r="r" b="b"/>
            <a:pathLst>
              <a:path w="2617842" h="2621118">
                <a:moveTo>
                  <a:pt x="0" y="0"/>
                </a:moveTo>
                <a:lnTo>
                  <a:pt x="2617842" y="0"/>
                </a:lnTo>
                <a:lnTo>
                  <a:pt x="2617842" y="2621118"/>
                </a:lnTo>
                <a:lnTo>
                  <a:pt x="0" y="262111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5189058" y="2788666"/>
            <a:ext cx="1958670" cy="1961122"/>
          </a:xfrm>
          <a:custGeom>
            <a:avLst/>
            <a:gdLst/>
            <a:ahLst/>
            <a:cxnLst/>
            <a:rect l="l" t="t" r="r" b="b"/>
            <a:pathLst>
              <a:path w="1958670" h="1961122">
                <a:moveTo>
                  <a:pt x="0" y="0"/>
                </a:moveTo>
                <a:lnTo>
                  <a:pt x="1958670" y="0"/>
                </a:lnTo>
                <a:lnTo>
                  <a:pt x="1958670" y="1961122"/>
                </a:lnTo>
                <a:lnTo>
                  <a:pt x="0" y="196112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1879705" y="1827995"/>
            <a:ext cx="15290590" cy="15290590"/>
          </a:xfrm>
          <a:custGeom>
            <a:avLst/>
            <a:gdLst/>
            <a:ahLst/>
            <a:cxnLst/>
            <a:rect l="l" t="t" r="r" b="b"/>
            <a:pathLst>
              <a:path w="15290590" h="15290590">
                <a:moveTo>
                  <a:pt x="0" y="0"/>
                </a:moveTo>
                <a:lnTo>
                  <a:pt x="15290590" y="0"/>
                </a:lnTo>
                <a:lnTo>
                  <a:pt x="15290590" y="15290590"/>
                </a:lnTo>
                <a:lnTo>
                  <a:pt x="0" y="1529059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1068403" y="1068403"/>
            <a:ext cx="16913193" cy="16913193"/>
          </a:xfrm>
          <a:custGeom>
            <a:avLst/>
            <a:gdLst/>
            <a:ahLst/>
            <a:cxnLst/>
            <a:rect l="l" t="t" r="r" b="b"/>
            <a:pathLst>
              <a:path w="16913193" h="16913193">
                <a:moveTo>
                  <a:pt x="0" y="0"/>
                </a:moveTo>
                <a:lnTo>
                  <a:pt x="16913194" y="0"/>
                </a:lnTo>
                <a:lnTo>
                  <a:pt x="16913194" y="16913194"/>
                </a:lnTo>
                <a:lnTo>
                  <a:pt x="0" y="1691319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4515543" y="13724980"/>
            <a:ext cx="10018911" cy="19094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5503"/>
              </a:lnSpc>
              <a:spcBef>
                <a:spcPct val="0"/>
              </a:spcBef>
            </a:pPr>
            <a:r>
              <a:rPr lang="en-US" sz="11073" spc="343" dirty="0">
                <a:gradFill>
                  <a:gsLst>
                    <a:gs pos="0">
                      <a:srgbClr val="013E6A">
                        <a:alpha val="100000"/>
                      </a:srgbClr>
                    </a:gs>
                    <a:gs pos="25000">
                      <a:srgbClr val="43D1FF">
                        <a:alpha val="100000"/>
                      </a:srgbClr>
                    </a:gs>
                    <a:gs pos="50000">
                      <a:srgbClr val="013E6A">
                        <a:alpha val="100000"/>
                      </a:srgbClr>
                    </a:gs>
                    <a:gs pos="75000">
                      <a:srgbClr val="419AD6">
                        <a:alpha val="100000"/>
                      </a:srgbClr>
                    </a:gs>
                    <a:gs pos="100000">
                      <a:srgbClr val="01186A">
                        <a:alpha val="100000"/>
                      </a:srgbClr>
                    </a:gs>
                  </a:gsLst>
                  <a:lin ang="5400000"/>
                </a:gradFill>
                <a:latin typeface="Yeseva One"/>
                <a:ea typeface="Yeseva One"/>
                <a:cs typeface="Yeseva One"/>
                <a:sym typeface="Yeseva One"/>
              </a:rPr>
              <a:t>FACE BOOK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905000" y="1827995"/>
            <a:ext cx="15240000" cy="15240000"/>
          </a:xfrm>
          <a:custGeom>
            <a:avLst/>
            <a:gdLst/>
            <a:ahLst/>
            <a:cxnLst/>
            <a:rect l="l" t="t" r="r" b="b"/>
            <a:pathLst>
              <a:path w="15240000" h="15240000">
                <a:moveTo>
                  <a:pt x="0" y="0"/>
                </a:moveTo>
                <a:lnTo>
                  <a:pt x="15240000" y="0"/>
                </a:lnTo>
                <a:lnTo>
                  <a:pt x="15240000" y="15240000"/>
                </a:lnTo>
                <a:lnTo>
                  <a:pt x="0" y="15240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TextBox 3"/>
          <p:cNvSpPr txBox="1"/>
          <p:nvPr/>
        </p:nvSpPr>
        <p:spPr>
          <a:xfrm>
            <a:off x="2910451" y="5374258"/>
            <a:ext cx="6614549" cy="95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113"/>
              </a:lnSpc>
            </a:pPr>
            <a:r>
              <a:rPr lang="en-US" sz="71993" b="1" spc="-1943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FF914D">
                        <a:alpha val="100000"/>
                      </a:srgbClr>
                    </a:gs>
                  </a:gsLst>
                  <a:lin ang="0"/>
                </a:gradFill>
                <a:latin typeface="Arimo Bold"/>
                <a:ea typeface="Arimo Bold"/>
                <a:cs typeface="Arimo Bold"/>
                <a:sym typeface="Arimo Bold"/>
              </a:rPr>
              <a:t>A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530451" y="5374258"/>
            <a:ext cx="6614549" cy="9557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113"/>
              </a:lnSpc>
            </a:pPr>
            <a:r>
              <a:rPr lang="en-US" sz="71993" b="1" spc="-1943">
                <a:gradFill>
                  <a:gsLst>
                    <a:gs pos="0">
                      <a:srgbClr val="8C52FF">
                        <a:alpha val="100000"/>
                      </a:srgbClr>
                    </a:gs>
                    <a:gs pos="100000">
                      <a:srgbClr val="5CE1E6">
                        <a:alpha val="100000"/>
                      </a:srgbClr>
                    </a:gs>
                  </a:gsLst>
                  <a:lin ang="0"/>
                </a:gradFill>
                <a:latin typeface="Arimo Bold"/>
                <a:ea typeface="Arimo Bold"/>
                <a:cs typeface="Arimo Bold"/>
                <a:sym typeface="Arimo Bold"/>
              </a:rPr>
              <a:t>S</a:t>
            </a:r>
          </a:p>
        </p:txBody>
      </p:sp>
      <p:sp>
        <p:nvSpPr>
          <p:cNvPr id="5" name="Freeform 5"/>
          <p:cNvSpPr/>
          <p:nvPr/>
        </p:nvSpPr>
        <p:spPr>
          <a:xfrm>
            <a:off x="10307846" y="6114797"/>
            <a:ext cx="3648047" cy="3648047"/>
          </a:xfrm>
          <a:custGeom>
            <a:avLst/>
            <a:gdLst/>
            <a:ahLst/>
            <a:cxnLst/>
            <a:rect l="l" t="t" r="r" b="b"/>
            <a:pathLst>
              <a:path w="3648047" h="3648047">
                <a:moveTo>
                  <a:pt x="0" y="0"/>
                </a:moveTo>
                <a:lnTo>
                  <a:pt x="3648048" y="0"/>
                </a:lnTo>
                <a:lnTo>
                  <a:pt x="3648048" y="3648047"/>
                </a:lnTo>
                <a:lnTo>
                  <a:pt x="0" y="36480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8424459" y="7768644"/>
            <a:ext cx="3988399" cy="3988399"/>
          </a:xfrm>
          <a:custGeom>
            <a:avLst/>
            <a:gdLst/>
            <a:ahLst/>
            <a:cxnLst/>
            <a:rect l="l" t="t" r="r" b="b"/>
            <a:pathLst>
              <a:path w="3988399" h="3988399">
                <a:moveTo>
                  <a:pt x="0" y="0"/>
                </a:moveTo>
                <a:lnTo>
                  <a:pt x="3988400" y="0"/>
                </a:lnTo>
                <a:lnTo>
                  <a:pt x="3988400" y="3988400"/>
                </a:lnTo>
                <a:lnTo>
                  <a:pt x="0" y="39884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7147728" y="6562954"/>
            <a:ext cx="2751733" cy="2751733"/>
          </a:xfrm>
          <a:custGeom>
            <a:avLst/>
            <a:gdLst/>
            <a:ahLst/>
            <a:cxnLst/>
            <a:rect l="l" t="t" r="r" b="b"/>
            <a:pathLst>
              <a:path w="2751733" h="2751733">
                <a:moveTo>
                  <a:pt x="0" y="0"/>
                </a:moveTo>
                <a:lnTo>
                  <a:pt x="2751733" y="0"/>
                </a:lnTo>
                <a:lnTo>
                  <a:pt x="2751733" y="2751733"/>
                </a:lnTo>
                <a:lnTo>
                  <a:pt x="0" y="27517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6999592" y="3769227"/>
            <a:ext cx="6838134" cy="8339187"/>
          </a:xfrm>
          <a:custGeom>
            <a:avLst/>
            <a:gdLst/>
            <a:ahLst/>
            <a:cxnLst/>
            <a:rect l="l" t="t" r="r" b="b"/>
            <a:pathLst>
              <a:path w="6838134" h="8339187">
                <a:moveTo>
                  <a:pt x="0" y="0"/>
                </a:moveTo>
                <a:lnTo>
                  <a:pt x="6838134" y="0"/>
                </a:lnTo>
                <a:lnTo>
                  <a:pt x="6838134" y="8339187"/>
                </a:lnTo>
                <a:lnTo>
                  <a:pt x="0" y="83391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2545656" y="5354032"/>
            <a:ext cx="3308502" cy="3312643"/>
          </a:xfrm>
          <a:custGeom>
            <a:avLst/>
            <a:gdLst/>
            <a:ahLst/>
            <a:cxnLst/>
            <a:rect l="l" t="t" r="r" b="b"/>
            <a:pathLst>
              <a:path w="3308502" h="3312643">
                <a:moveTo>
                  <a:pt x="0" y="0"/>
                </a:moveTo>
                <a:lnTo>
                  <a:pt x="3308502" y="0"/>
                </a:lnTo>
                <a:lnTo>
                  <a:pt x="3308502" y="3312644"/>
                </a:lnTo>
                <a:lnTo>
                  <a:pt x="0" y="331264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3550551" y="3922480"/>
            <a:ext cx="2617842" cy="2621118"/>
          </a:xfrm>
          <a:custGeom>
            <a:avLst/>
            <a:gdLst/>
            <a:ahLst/>
            <a:cxnLst/>
            <a:rect l="l" t="t" r="r" b="b"/>
            <a:pathLst>
              <a:path w="2617842" h="2621118">
                <a:moveTo>
                  <a:pt x="0" y="0"/>
                </a:moveTo>
                <a:lnTo>
                  <a:pt x="2617842" y="0"/>
                </a:lnTo>
                <a:lnTo>
                  <a:pt x="2617842" y="2621118"/>
                </a:lnTo>
                <a:lnTo>
                  <a:pt x="0" y="262111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5189058" y="2788666"/>
            <a:ext cx="1958670" cy="1961122"/>
          </a:xfrm>
          <a:custGeom>
            <a:avLst/>
            <a:gdLst/>
            <a:ahLst/>
            <a:cxnLst/>
            <a:rect l="l" t="t" r="r" b="b"/>
            <a:pathLst>
              <a:path w="1958670" h="1961122">
                <a:moveTo>
                  <a:pt x="0" y="0"/>
                </a:moveTo>
                <a:lnTo>
                  <a:pt x="1958670" y="0"/>
                </a:lnTo>
                <a:lnTo>
                  <a:pt x="1958670" y="1961122"/>
                </a:lnTo>
                <a:lnTo>
                  <a:pt x="0" y="196112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1879705" y="1827995"/>
            <a:ext cx="15290590" cy="15290590"/>
          </a:xfrm>
          <a:custGeom>
            <a:avLst/>
            <a:gdLst/>
            <a:ahLst/>
            <a:cxnLst/>
            <a:rect l="l" t="t" r="r" b="b"/>
            <a:pathLst>
              <a:path w="15290590" h="15290590">
                <a:moveTo>
                  <a:pt x="0" y="0"/>
                </a:moveTo>
                <a:lnTo>
                  <a:pt x="15290590" y="0"/>
                </a:lnTo>
                <a:lnTo>
                  <a:pt x="15290590" y="15290590"/>
                </a:lnTo>
                <a:lnTo>
                  <a:pt x="0" y="1529059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1068403" y="1068403"/>
            <a:ext cx="16913193" cy="16913193"/>
          </a:xfrm>
          <a:custGeom>
            <a:avLst/>
            <a:gdLst/>
            <a:ahLst/>
            <a:cxnLst/>
            <a:rect l="l" t="t" r="r" b="b"/>
            <a:pathLst>
              <a:path w="16913193" h="16913193">
                <a:moveTo>
                  <a:pt x="0" y="0"/>
                </a:moveTo>
                <a:lnTo>
                  <a:pt x="16913194" y="0"/>
                </a:lnTo>
                <a:lnTo>
                  <a:pt x="16913194" y="16913194"/>
                </a:lnTo>
                <a:lnTo>
                  <a:pt x="0" y="1691319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6542136" y="13689564"/>
            <a:ext cx="6488063" cy="19094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5503"/>
              </a:lnSpc>
              <a:spcBef>
                <a:spcPct val="0"/>
              </a:spcBef>
            </a:pPr>
            <a:r>
              <a:rPr lang="en-US" sz="11073" spc="343" dirty="0">
                <a:gradFill>
                  <a:gsLst>
                    <a:gs pos="0">
                      <a:srgbClr val="A6A6A6">
                        <a:alpha val="100000"/>
                      </a:srgbClr>
                    </a:gs>
                    <a:gs pos="100000">
                      <a:srgbClr val="FFFFFF">
                        <a:alpha val="100000"/>
                      </a:srgbClr>
                    </a:gs>
                  </a:gsLst>
                  <a:lin ang="0"/>
                </a:gradFill>
                <a:latin typeface="Yeseva One"/>
                <a:ea typeface="Yeseva One"/>
                <a:cs typeface="Yeseva One"/>
                <a:sym typeface="Yeseva One"/>
              </a:rPr>
              <a:t>TIK TOK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50</Words>
  <Application>Microsoft Office PowerPoint</Application>
  <PresentationFormat>Custom</PresentationFormat>
  <Paragraphs>41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Arimo Bold</vt:lpstr>
      <vt:lpstr>Yeseva One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සිංහ EDU HUB</dc:title>
  <cp:lastModifiedBy>Uthpala Indivari</cp:lastModifiedBy>
  <cp:revision>2</cp:revision>
  <dcterms:created xsi:type="dcterms:W3CDTF">2006-08-16T00:00:00Z</dcterms:created>
  <dcterms:modified xsi:type="dcterms:W3CDTF">2026-03-28T16:22:43Z</dcterms:modified>
  <dc:identifier>DAHFPMHjqCg</dc:identifier>
</cp:coreProperties>
</file>